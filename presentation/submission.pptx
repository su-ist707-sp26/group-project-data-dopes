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3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E3920E-8C4A-7375-6CC7-5D4E5B36ACD8}" v="548" dt="2026-04-25T22:00:11.446"/>
    <p1510:client id="{60314A2A-9E24-4C17-63DE-12A63DB74433}" v="66" dt="2026-04-25T18:29:44.707"/>
    <p1510:client id="{74A3A9FB-1C7B-88C5-C8B5-F859DE0285D9}" v="2" dt="2026-04-26T22:47:41.232"/>
    <p1510:client id="{7C4F3565-7271-333B-6977-540F31EF351F}" v="2500" dt="2026-04-26T22:07:18.799"/>
    <p1510:client id="{AE51C8DE-F03C-932D-AE32-A43824A0EAFB}" v="75" dt="2026-04-25T21:43:26.382"/>
    <p1510:client id="{BCEF4DAC-0932-D48B-7DAB-6BD8B8FDF92E}" v="331" dt="2026-04-26T19:18:37.171"/>
    <p1510:client id="{C81F05E0-EC54-474A-C634-C70554DE6A6D}" v="344" dt="2026-04-25T20:30:15.897"/>
    <p1510:client id="{FBB67220-9FEB-C11C-ABBD-710EBFD148E0}" v="475" dt="2026-04-26T20:08:17.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zem Ani" userId="S::hani01@syr.edu::18d8a82d-c3b2-4742-a672-35916f1ba753" providerId="AD" clId="Web-{7C4F3565-7271-333B-6977-540F31EF351F}"/>
    <pc:docChg chg="modSld">
      <pc:chgData name="Hazem Ani" userId="S::hani01@syr.edu::18d8a82d-c3b2-4742-a672-35916f1ba753" providerId="AD" clId="Web-{7C4F3565-7271-333B-6977-540F31EF351F}" dt="2026-04-26T22:07:14.549" v="1912" actId="20577"/>
      <pc:docMkLst>
        <pc:docMk/>
      </pc:docMkLst>
      <pc:sldChg chg="modSp">
        <pc:chgData name="Hazem Ani" userId="S::hani01@syr.edu::18d8a82d-c3b2-4742-a672-35916f1ba753" providerId="AD" clId="Web-{7C4F3565-7271-333B-6977-540F31EF351F}" dt="2026-04-26T18:18:01.492" v="0" actId="20577"/>
        <pc:sldMkLst>
          <pc:docMk/>
          <pc:sldMk cId="0" sldId="257"/>
        </pc:sldMkLst>
        <pc:spChg chg="mod">
          <ac:chgData name="Hazem Ani" userId="S::hani01@syr.edu::18d8a82d-c3b2-4742-a672-35916f1ba753" providerId="AD" clId="Web-{7C4F3565-7271-333B-6977-540F31EF351F}" dt="2026-04-26T18:18:01.492" v="0" actId="20577"/>
          <ac:spMkLst>
            <pc:docMk/>
            <pc:sldMk cId="0" sldId="257"/>
            <ac:spMk id="11" creationId="{00000000-0000-0000-0000-000000000000}"/>
          </ac:spMkLst>
        </pc:spChg>
      </pc:sldChg>
      <pc:sldChg chg="delSp modSp">
        <pc:chgData name="Hazem Ani" userId="S::hani01@syr.edu::18d8a82d-c3b2-4742-a672-35916f1ba753" providerId="AD" clId="Web-{7C4F3565-7271-333B-6977-540F31EF351F}" dt="2026-04-26T22:07:14.549" v="1912" actId="20577"/>
        <pc:sldMkLst>
          <pc:docMk/>
          <pc:sldMk cId="0" sldId="259"/>
        </pc:sldMkLst>
        <pc:spChg chg="mod">
          <ac:chgData name="Hazem Ani" userId="S::hani01@syr.edu::18d8a82d-c3b2-4742-a672-35916f1ba753" providerId="AD" clId="Web-{7C4F3565-7271-333B-6977-540F31EF351F}" dt="2026-04-26T18:38:15.362" v="375" actId="14100"/>
          <ac:spMkLst>
            <pc:docMk/>
            <pc:sldMk cId="0" sldId="259"/>
            <ac:spMk id="17" creationId="{00000000-0000-0000-0000-000000000000}"/>
          </ac:spMkLst>
        </pc:spChg>
        <pc:spChg chg="mod">
          <ac:chgData name="Hazem Ani" userId="S::hani01@syr.edu::18d8a82d-c3b2-4742-a672-35916f1ba753" providerId="AD" clId="Web-{7C4F3565-7271-333B-6977-540F31EF351F}" dt="2026-04-26T18:48:06.006" v="459" actId="1076"/>
          <ac:spMkLst>
            <pc:docMk/>
            <pc:sldMk cId="0" sldId="259"/>
            <ac:spMk id="18" creationId="{00000000-0000-0000-0000-000000000000}"/>
          </ac:spMkLst>
        </pc:spChg>
        <pc:spChg chg="mod">
          <ac:chgData name="Hazem Ani" userId="S::hani01@syr.edu::18d8a82d-c3b2-4742-a672-35916f1ba753" providerId="AD" clId="Web-{7C4F3565-7271-333B-6977-540F31EF351F}" dt="2026-04-26T22:07:14.549" v="1912" actId="20577"/>
          <ac:spMkLst>
            <pc:docMk/>
            <pc:sldMk cId="0" sldId="259"/>
            <ac:spMk id="21" creationId="{1E114B6B-1D93-0136-14BF-CC431E8ACF31}"/>
          </ac:spMkLst>
        </pc:spChg>
        <pc:spChg chg="del mod">
          <ac:chgData name="Hazem Ani" userId="S::hani01@syr.edu::18d8a82d-c3b2-4742-a672-35916f1ba753" providerId="AD" clId="Web-{7C4F3565-7271-333B-6977-540F31EF351F}" dt="2026-04-26T18:25:11.778" v="153"/>
          <ac:spMkLst>
            <pc:docMk/>
            <pc:sldMk cId="0" sldId="259"/>
            <ac:spMk id="22" creationId="{E55BB433-9A32-CF25-A1DF-DD4B3A2F1C5C}"/>
          </ac:spMkLst>
        </pc:spChg>
      </pc:sldChg>
      <pc:sldChg chg="modSp">
        <pc:chgData name="Hazem Ani" userId="S::hani01@syr.edu::18d8a82d-c3b2-4742-a672-35916f1ba753" providerId="AD" clId="Web-{7C4F3565-7271-333B-6977-540F31EF351F}" dt="2026-04-26T19:06:10.644" v="753" actId="20577"/>
        <pc:sldMkLst>
          <pc:docMk/>
          <pc:sldMk cId="0" sldId="261"/>
        </pc:sldMkLst>
        <pc:spChg chg="mod">
          <ac:chgData name="Hazem Ani" userId="S::hani01@syr.edu::18d8a82d-c3b2-4742-a672-35916f1ba753" providerId="AD" clId="Web-{7C4F3565-7271-333B-6977-540F31EF351F}" dt="2026-04-26T19:06:10.644" v="753" actId="20577"/>
          <ac:spMkLst>
            <pc:docMk/>
            <pc:sldMk cId="0" sldId="261"/>
            <ac:spMk id="10" creationId="{00000000-0000-0000-0000-000000000000}"/>
          </ac:spMkLst>
        </pc:spChg>
        <pc:picChg chg="mod">
          <ac:chgData name="Hazem Ani" userId="S::hani01@syr.edu::18d8a82d-c3b2-4742-a672-35916f1ba753" providerId="AD" clId="Web-{7C4F3565-7271-333B-6977-540F31EF351F}" dt="2026-04-26T19:05:31.487" v="735" actId="1076"/>
          <ac:picMkLst>
            <pc:docMk/>
            <pc:sldMk cId="0" sldId="261"/>
            <ac:picMk id="11" creationId="{7D61004A-58B1-1EDA-E058-DBD4AB4DFF1D}"/>
          </ac:picMkLst>
        </pc:picChg>
      </pc:sldChg>
      <pc:sldChg chg="modSp">
        <pc:chgData name="Hazem Ani" userId="S::hani01@syr.edu::18d8a82d-c3b2-4742-a672-35916f1ba753" providerId="AD" clId="Web-{7C4F3565-7271-333B-6977-540F31EF351F}" dt="2026-04-26T21:56:08.007" v="1859" actId="20577"/>
        <pc:sldMkLst>
          <pc:docMk/>
          <pc:sldMk cId="0" sldId="262"/>
        </pc:sldMkLst>
        <pc:spChg chg="mod">
          <ac:chgData name="Hazem Ani" userId="S::hani01@syr.edu::18d8a82d-c3b2-4742-a672-35916f1ba753" providerId="AD" clId="Web-{7C4F3565-7271-333B-6977-540F31EF351F}" dt="2026-04-26T19:26:04.766" v="1143" actId="14100"/>
          <ac:spMkLst>
            <pc:docMk/>
            <pc:sldMk cId="0" sldId="262"/>
            <ac:spMk id="8" creationId="{00000000-0000-0000-0000-000000000000}"/>
          </ac:spMkLst>
        </pc:spChg>
        <pc:spChg chg="mod">
          <ac:chgData name="Hazem Ani" userId="S::hani01@syr.edu::18d8a82d-c3b2-4742-a672-35916f1ba753" providerId="AD" clId="Web-{7C4F3565-7271-333B-6977-540F31EF351F}" dt="2026-04-26T21:53:39.764" v="1826" actId="1076"/>
          <ac:spMkLst>
            <pc:docMk/>
            <pc:sldMk cId="0" sldId="262"/>
            <ac:spMk id="10" creationId="{00000000-0000-0000-0000-000000000000}"/>
          </ac:spMkLst>
        </pc:spChg>
        <pc:spChg chg="mod">
          <ac:chgData name="Hazem Ani" userId="S::hani01@syr.edu::18d8a82d-c3b2-4742-a672-35916f1ba753" providerId="AD" clId="Web-{7C4F3565-7271-333B-6977-540F31EF351F}" dt="2026-04-26T21:53:56.171" v="1831" actId="1076"/>
          <ac:spMkLst>
            <pc:docMk/>
            <pc:sldMk cId="0" sldId="262"/>
            <ac:spMk id="11" creationId="{00000000-0000-0000-0000-000000000000}"/>
          </ac:spMkLst>
        </pc:spChg>
        <pc:spChg chg="mod">
          <ac:chgData name="Hazem Ani" userId="S::hani01@syr.edu::18d8a82d-c3b2-4742-a672-35916f1ba753" providerId="AD" clId="Web-{7C4F3565-7271-333B-6977-540F31EF351F}" dt="2026-04-26T21:54:35.117" v="1837" actId="1076"/>
          <ac:spMkLst>
            <pc:docMk/>
            <pc:sldMk cId="0" sldId="262"/>
            <ac:spMk id="12" creationId="{00000000-0000-0000-0000-000000000000}"/>
          </ac:spMkLst>
        </pc:spChg>
        <pc:spChg chg="mod">
          <ac:chgData name="Hazem Ani" userId="S::hani01@syr.edu::18d8a82d-c3b2-4742-a672-35916f1ba753" providerId="AD" clId="Web-{7C4F3565-7271-333B-6977-540F31EF351F}" dt="2026-04-26T21:53:49.155" v="1829" actId="1076"/>
          <ac:spMkLst>
            <pc:docMk/>
            <pc:sldMk cId="0" sldId="262"/>
            <ac:spMk id="13" creationId="{00000000-0000-0000-0000-000000000000}"/>
          </ac:spMkLst>
        </pc:spChg>
        <pc:spChg chg="mod">
          <ac:chgData name="Hazem Ani" userId="S::hani01@syr.edu::18d8a82d-c3b2-4742-a672-35916f1ba753" providerId="AD" clId="Web-{7C4F3565-7271-333B-6977-540F31EF351F}" dt="2026-04-26T21:53:35.967" v="1825" actId="1076"/>
          <ac:spMkLst>
            <pc:docMk/>
            <pc:sldMk cId="0" sldId="262"/>
            <ac:spMk id="15" creationId="{00000000-0000-0000-0000-000000000000}"/>
          </ac:spMkLst>
        </pc:spChg>
        <pc:spChg chg="mod">
          <ac:chgData name="Hazem Ani" userId="S::hani01@syr.edu::18d8a82d-c3b2-4742-a672-35916f1ba753" providerId="AD" clId="Web-{7C4F3565-7271-333B-6977-540F31EF351F}" dt="2026-04-26T21:53:51.905" v="1830" actId="1076"/>
          <ac:spMkLst>
            <pc:docMk/>
            <pc:sldMk cId="0" sldId="262"/>
            <ac:spMk id="16" creationId="{00000000-0000-0000-0000-000000000000}"/>
          </ac:spMkLst>
        </pc:spChg>
        <pc:spChg chg="mod">
          <ac:chgData name="Hazem Ani" userId="S::hani01@syr.edu::18d8a82d-c3b2-4742-a672-35916f1ba753" providerId="AD" clId="Web-{7C4F3565-7271-333B-6977-540F31EF351F}" dt="2026-04-26T21:56:08.007" v="1859" actId="20577"/>
          <ac:spMkLst>
            <pc:docMk/>
            <pc:sldMk cId="0" sldId="262"/>
            <ac:spMk id="17" creationId="{00000000-0000-0000-0000-000000000000}"/>
          </ac:spMkLst>
        </pc:spChg>
        <pc:spChg chg="mod">
          <ac:chgData name="Hazem Ani" userId="S::hani01@syr.edu::18d8a82d-c3b2-4742-a672-35916f1ba753" providerId="AD" clId="Web-{7C4F3565-7271-333B-6977-540F31EF351F}" dt="2026-04-26T19:26:08.219" v="1144" actId="14100"/>
          <ac:spMkLst>
            <pc:docMk/>
            <pc:sldMk cId="0" sldId="262"/>
            <ac:spMk id="18" creationId="{00000000-0000-0000-0000-000000000000}"/>
          </ac:spMkLst>
        </pc:spChg>
        <pc:spChg chg="mod">
          <ac:chgData name="Hazem Ani" userId="S::hani01@syr.edu::18d8a82d-c3b2-4742-a672-35916f1ba753" providerId="AD" clId="Web-{7C4F3565-7271-333B-6977-540F31EF351F}" dt="2026-04-26T21:53:43.123" v="1827" actId="1076"/>
          <ac:spMkLst>
            <pc:docMk/>
            <pc:sldMk cId="0" sldId="262"/>
            <ac:spMk id="20" creationId="{00000000-0000-0000-0000-000000000000}"/>
          </ac:spMkLst>
        </pc:spChg>
        <pc:spChg chg="mod">
          <ac:chgData name="Hazem Ani" userId="S::hani01@syr.edu::18d8a82d-c3b2-4742-a672-35916f1ba753" providerId="AD" clId="Web-{7C4F3565-7271-333B-6977-540F31EF351F}" dt="2026-04-26T21:54:04.532" v="1832" actId="1076"/>
          <ac:spMkLst>
            <pc:docMk/>
            <pc:sldMk cId="0" sldId="262"/>
            <ac:spMk id="21" creationId="{00000000-0000-0000-0000-000000000000}"/>
          </ac:spMkLst>
        </pc:spChg>
        <pc:spChg chg="mod">
          <ac:chgData name="Hazem Ani" userId="S::hani01@syr.edu::18d8a82d-c3b2-4742-a672-35916f1ba753" providerId="AD" clId="Web-{7C4F3565-7271-333B-6977-540F31EF351F}" dt="2026-04-26T21:54:28.068" v="1836" actId="1076"/>
          <ac:spMkLst>
            <pc:docMk/>
            <pc:sldMk cId="0" sldId="262"/>
            <ac:spMk id="22" creationId="{00000000-0000-0000-0000-000000000000}"/>
          </ac:spMkLst>
        </pc:spChg>
      </pc:sldChg>
      <pc:sldChg chg="modSp">
        <pc:chgData name="Hazem Ani" userId="S::hani01@syr.edu::18d8a82d-c3b2-4742-a672-35916f1ba753" providerId="AD" clId="Web-{7C4F3565-7271-333B-6977-540F31EF351F}" dt="2026-04-26T19:59:40.955" v="1403" actId="20577"/>
        <pc:sldMkLst>
          <pc:docMk/>
          <pc:sldMk cId="0" sldId="263"/>
        </pc:sldMkLst>
        <pc:spChg chg="mod">
          <ac:chgData name="Hazem Ani" userId="S::hani01@syr.edu::18d8a82d-c3b2-4742-a672-35916f1ba753" providerId="AD" clId="Web-{7C4F3565-7271-333B-6977-540F31EF351F}" dt="2026-04-26T19:59:40.955" v="1403" actId="20577"/>
          <ac:spMkLst>
            <pc:docMk/>
            <pc:sldMk cId="0" sldId="263"/>
            <ac:spMk id="11" creationId="{00000000-0000-0000-0000-000000000000}"/>
          </ac:spMkLst>
        </pc:spChg>
        <pc:spChg chg="mod">
          <ac:chgData name="Hazem Ani" userId="S::hani01@syr.edu::18d8a82d-c3b2-4742-a672-35916f1ba753" providerId="AD" clId="Web-{7C4F3565-7271-333B-6977-540F31EF351F}" dt="2026-04-26T19:34:26.592" v="1387" actId="20577"/>
          <ac:spMkLst>
            <pc:docMk/>
            <pc:sldMk cId="0" sldId="263"/>
            <ac:spMk id="15" creationId="{00000000-0000-0000-0000-000000000000}"/>
          </ac:spMkLst>
        </pc:spChg>
      </pc:sldChg>
    </pc:docChg>
  </pc:docChgLst>
  <pc:docChgLst>
    <pc:chgData name="Hazem Ani" userId="S::hani01@syr.edu::18d8a82d-c3b2-4742-a672-35916f1ba753" providerId="AD" clId="Web-{C81F05E0-EC54-474A-C634-C70554DE6A6D}"/>
    <pc:docChg chg="modSld">
      <pc:chgData name="Hazem Ani" userId="S::hani01@syr.edu::18d8a82d-c3b2-4742-a672-35916f1ba753" providerId="AD" clId="Web-{C81F05E0-EC54-474A-C634-C70554DE6A6D}" dt="2026-04-25T20:30:15.897" v="343" actId="20577"/>
      <pc:docMkLst>
        <pc:docMk/>
      </pc:docMkLst>
      <pc:sldChg chg="modSp">
        <pc:chgData name="Hazem Ani" userId="S::hani01@syr.edu::18d8a82d-c3b2-4742-a672-35916f1ba753" providerId="AD" clId="Web-{C81F05E0-EC54-474A-C634-C70554DE6A6D}" dt="2026-04-25T20:30:15.897" v="343" actId="20577"/>
        <pc:sldMkLst>
          <pc:docMk/>
          <pc:sldMk cId="0" sldId="257"/>
        </pc:sldMkLst>
        <pc:spChg chg="mod">
          <ac:chgData name="Hazem Ani" userId="S::hani01@syr.edu::18d8a82d-c3b2-4742-a672-35916f1ba753" providerId="AD" clId="Web-{C81F05E0-EC54-474A-C634-C70554DE6A6D}" dt="2026-04-25T20:26:31.846" v="175" actId="20577"/>
          <ac:spMkLst>
            <pc:docMk/>
            <pc:sldMk cId="0" sldId="257"/>
            <ac:spMk id="11" creationId="{00000000-0000-0000-0000-000000000000}"/>
          </ac:spMkLst>
        </pc:spChg>
        <pc:spChg chg="mod">
          <ac:chgData name="Hazem Ani" userId="S::hani01@syr.edu::18d8a82d-c3b2-4742-a672-35916f1ba753" providerId="AD" clId="Web-{C81F05E0-EC54-474A-C634-C70554DE6A6D}" dt="2026-04-25T20:30:15.897" v="343" actId="20577"/>
          <ac:spMkLst>
            <pc:docMk/>
            <pc:sldMk cId="0" sldId="257"/>
            <ac:spMk id="15" creationId="{00000000-0000-0000-0000-000000000000}"/>
          </ac:spMkLst>
        </pc:spChg>
      </pc:sldChg>
    </pc:docChg>
  </pc:docChgLst>
  <pc:docChgLst>
    <pc:chgData name="Hazem Ani" userId="S::hani01@syr.edu::18d8a82d-c3b2-4742-a672-35916f1ba753" providerId="AD" clId="Web-{60314A2A-9E24-4C17-63DE-12A63DB74433}"/>
    <pc:docChg chg="addSld delSld modSld">
      <pc:chgData name="Hazem Ani" userId="S::hani01@syr.edu::18d8a82d-c3b2-4742-a672-35916f1ba753" providerId="AD" clId="Web-{60314A2A-9E24-4C17-63DE-12A63DB74433}" dt="2026-04-25T18:29:44.707" v="64" actId="20577"/>
      <pc:docMkLst>
        <pc:docMk/>
      </pc:docMkLst>
      <pc:sldChg chg="modSp">
        <pc:chgData name="Hazem Ani" userId="S::hani01@syr.edu::18d8a82d-c3b2-4742-a672-35916f1ba753" providerId="AD" clId="Web-{60314A2A-9E24-4C17-63DE-12A63DB74433}" dt="2026-04-25T18:21:36.867" v="1" actId="20577"/>
        <pc:sldMkLst>
          <pc:docMk/>
          <pc:sldMk cId="0" sldId="257"/>
        </pc:sldMkLst>
        <pc:spChg chg="mod">
          <ac:chgData name="Hazem Ani" userId="S::hani01@syr.edu::18d8a82d-c3b2-4742-a672-35916f1ba753" providerId="AD" clId="Web-{60314A2A-9E24-4C17-63DE-12A63DB74433}" dt="2026-04-25T18:21:35.226" v="0" actId="20577"/>
          <ac:spMkLst>
            <pc:docMk/>
            <pc:sldMk cId="0" sldId="257"/>
            <ac:spMk id="11" creationId="{00000000-0000-0000-0000-000000000000}"/>
          </ac:spMkLst>
        </pc:spChg>
        <pc:spChg chg="mod">
          <ac:chgData name="Hazem Ani" userId="S::hani01@syr.edu::18d8a82d-c3b2-4742-a672-35916f1ba753" providerId="AD" clId="Web-{60314A2A-9E24-4C17-63DE-12A63DB74433}" dt="2026-04-25T18:21:36.867" v="1" actId="20577"/>
          <ac:spMkLst>
            <pc:docMk/>
            <pc:sldMk cId="0" sldId="257"/>
            <ac:spMk id="15" creationId="{00000000-0000-0000-0000-000000000000}"/>
          </ac:spMkLst>
        </pc:spChg>
      </pc:sldChg>
      <pc:sldChg chg="modSp">
        <pc:chgData name="Hazem Ani" userId="S::hani01@syr.edu::18d8a82d-c3b2-4742-a672-35916f1ba753" providerId="AD" clId="Web-{60314A2A-9E24-4C17-63DE-12A63DB74433}" dt="2026-04-25T18:21:57.633" v="3" actId="20577"/>
        <pc:sldMkLst>
          <pc:docMk/>
          <pc:sldMk cId="0" sldId="258"/>
        </pc:sldMkLst>
        <pc:spChg chg="mod">
          <ac:chgData name="Hazem Ani" userId="S::hani01@syr.edu::18d8a82d-c3b2-4742-a672-35916f1ba753" providerId="AD" clId="Web-{60314A2A-9E24-4C17-63DE-12A63DB74433}" dt="2026-04-25T18:21:55.649" v="2" actId="20577"/>
          <ac:spMkLst>
            <pc:docMk/>
            <pc:sldMk cId="0" sldId="258"/>
            <ac:spMk id="11" creationId="{00000000-0000-0000-0000-000000000000}"/>
          </ac:spMkLst>
        </pc:spChg>
        <pc:spChg chg="mod">
          <ac:chgData name="Hazem Ani" userId="S::hani01@syr.edu::18d8a82d-c3b2-4742-a672-35916f1ba753" providerId="AD" clId="Web-{60314A2A-9E24-4C17-63DE-12A63DB74433}" dt="2026-04-25T18:21:57.633" v="3" actId="20577"/>
          <ac:spMkLst>
            <pc:docMk/>
            <pc:sldMk cId="0" sldId="258"/>
            <ac:spMk id="13" creationId="{00000000-0000-0000-0000-000000000000}"/>
          </ac:spMkLst>
        </pc:spChg>
      </pc:sldChg>
      <pc:sldChg chg="modSp">
        <pc:chgData name="Hazem Ani" userId="S::hani01@syr.edu::18d8a82d-c3b2-4742-a672-35916f1ba753" providerId="AD" clId="Web-{60314A2A-9E24-4C17-63DE-12A63DB74433}" dt="2026-04-25T18:29:44.707" v="64" actId="20577"/>
        <pc:sldMkLst>
          <pc:docMk/>
          <pc:sldMk cId="0" sldId="259"/>
        </pc:sldMkLst>
        <pc:spChg chg="mod">
          <ac:chgData name="Hazem Ani" userId="S::hani01@syr.edu::18d8a82d-c3b2-4742-a672-35916f1ba753" providerId="AD" clId="Web-{60314A2A-9E24-4C17-63DE-12A63DB74433}" dt="2026-04-25T18:29:44.707" v="64" actId="20577"/>
          <ac:spMkLst>
            <pc:docMk/>
            <pc:sldMk cId="0" sldId="259"/>
            <ac:spMk id="9" creationId="{00000000-0000-0000-0000-000000000000}"/>
          </ac:spMkLst>
        </pc:spChg>
        <pc:spChg chg="mod">
          <ac:chgData name="Hazem Ani" userId="S::hani01@syr.edu::18d8a82d-c3b2-4742-a672-35916f1ba753" providerId="AD" clId="Web-{60314A2A-9E24-4C17-63DE-12A63DB74433}" dt="2026-04-25T18:28:50.441" v="61" actId="20577"/>
          <ac:spMkLst>
            <pc:docMk/>
            <pc:sldMk cId="0" sldId="259"/>
            <ac:spMk id="12" creationId="{00000000-0000-0000-0000-000000000000}"/>
          </ac:spMkLst>
        </pc:spChg>
        <pc:spChg chg="mod">
          <ac:chgData name="Hazem Ani" userId="S::hani01@syr.edu::18d8a82d-c3b2-4742-a672-35916f1ba753" providerId="AD" clId="Web-{60314A2A-9E24-4C17-63DE-12A63DB74433}" dt="2026-04-25T18:27:04.548" v="59" actId="20577"/>
          <ac:spMkLst>
            <pc:docMk/>
            <pc:sldMk cId="0" sldId="259"/>
            <ac:spMk id="15" creationId="{00000000-0000-0000-0000-000000000000}"/>
          </ac:spMkLst>
        </pc:spChg>
        <pc:spChg chg="mod">
          <ac:chgData name="Hazem Ani" userId="S::hani01@syr.edu::18d8a82d-c3b2-4742-a672-35916f1ba753" providerId="AD" clId="Web-{60314A2A-9E24-4C17-63DE-12A63DB74433}" dt="2026-04-25T18:22:17.665" v="4" actId="20577"/>
          <ac:spMkLst>
            <pc:docMk/>
            <pc:sldMk cId="0" sldId="259"/>
            <ac:spMk id="19" creationId="{00000000-0000-0000-0000-000000000000}"/>
          </ac:spMkLst>
        </pc:spChg>
      </pc:sldChg>
      <pc:sldChg chg="modSp">
        <pc:chgData name="Hazem Ani" userId="S::hani01@syr.edu::18d8a82d-c3b2-4742-a672-35916f1ba753" providerId="AD" clId="Web-{60314A2A-9E24-4C17-63DE-12A63DB74433}" dt="2026-04-25T18:22:41.213" v="5" actId="20577"/>
        <pc:sldMkLst>
          <pc:docMk/>
          <pc:sldMk cId="0" sldId="260"/>
        </pc:sldMkLst>
        <pc:spChg chg="mod">
          <ac:chgData name="Hazem Ani" userId="S::hani01@syr.edu::18d8a82d-c3b2-4742-a672-35916f1ba753" providerId="AD" clId="Web-{60314A2A-9E24-4C17-63DE-12A63DB74433}" dt="2026-04-25T18:22:41.213" v="5" actId="20577"/>
          <ac:spMkLst>
            <pc:docMk/>
            <pc:sldMk cId="0" sldId="260"/>
            <ac:spMk id="13" creationId="{00000000-0000-0000-0000-000000000000}"/>
          </ac:spMkLst>
        </pc:spChg>
      </pc:sldChg>
      <pc:sldChg chg="modSp">
        <pc:chgData name="Hazem Ani" userId="S::hani01@syr.edu::18d8a82d-c3b2-4742-a672-35916f1ba753" providerId="AD" clId="Web-{60314A2A-9E24-4C17-63DE-12A63DB74433}" dt="2026-04-25T18:23:02.355" v="8" actId="20577"/>
        <pc:sldMkLst>
          <pc:docMk/>
          <pc:sldMk cId="0" sldId="261"/>
        </pc:sldMkLst>
        <pc:spChg chg="mod">
          <ac:chgData name="Hazem Ani" userId="S::hani01@syr.edu::18d8a82d-c3b2-4742-a672-35916f1ba753" providerId="AD" clId="Web-{60314A2A-9E24-4C17-63DE-12A63DB74433}" dt="2026-04-25T18:23:02.355" v="8" actId="20577"/>
          <ac:spMkLst>
            <pc:docMk/>
            <pc:sldMk cId="0" sldId="261"/>
            <ac:spMk id="9" creationId="{00000000-0000-0000-0000-000000000000}"/>
          </ac:spMkLst>
        </pc:spChg>
      </pc:sldChg>
      <pc:sldChg chg="modSp">
        <pc:chgData name="Hazem Ani" userId="S::hani01@syr.edu::18d8a82d-c3b2-4742-a672-35916f1ba753" providerId="AD" clId="Web-{60314A2A-9E24-4C17-63DE-12A63DB74433}" dt="2026-04-25T18:23:46.543" v="20" actId="20577"/>
        <pc:sldMkLst>
          <pc:docMk/>
          <pc:sldMk cId="0" sldId="262"/>
        </pc:sldMkLst>
        <pc:spChg chg="mod">
          <ac:chgData name="Hazem Ani" userId="S::hani01@syr.edu::18d8a82d-c3b2-4742-a672-35916f1ba753" providerId="AD" clId="Web-{60314A2A-9E24-4C17-63DE-12A63DB74433}" dt="2026-04-25T18:23:25.652" v="12" actId="1076"/>
          <ac:spMkLst>
            <pc:docMk/>
            <pc:sldMk cId="0" sldId="262"/>
            <ac:spMk id="8" creationId="{00000000-0000-0000-0000-000000000000}"/>
          </ac:spMkLst>
        </pc:spChg>
        <pc:spChg chg="mod">
          <ac:chgData name="Hazem Ani" userId="S::hani01@syr.edu::18d8a82d-c3b2-4742-a672-35916f1ba753" providerId="AD" clId="Web-{60314A2A-9E24-4C17-63DE-12A63DB74433}" dt="2026-04-25T18:23:46.543" v="20" actId="20577"/>
          <ac:spMkLst>
            <pc:docMk/>
            <pc:sldMk cId="0" sldId="262"/>
            <ac:spMk id="12" creationId="{00000000-0000-0000-0000-000000000000}"/>
          </ac:spMkLst>
        </pc:spChg>
        <pc:spChg chg="mod">
          <ac:chgData name="Hazem Ani" userId="S::hani01@syr.edu::18d8a82d-c3b2-4742-a672-35916f1ba753" providerId="AD" clId="Web-{60314A2A-9E24-4C17-63DE-12A63DB74433}" dt="2026-04-25T18:23:45.918" v="17" actId="20577"/>
          <ac:spMkLst>
            <pc:docMk/>
            <pc:sldMk cId="0" sldId="262"/>
            <ac:spMk id="17" creationId="{00000000-0000-0000-0000-000000000000}"/>
          </ac:spMkLst>
        </pc:spChg>
        <pc:spChg chg="mod">
          <ac:chgData name="Hazem Ani" userId="S::hani01@syr.edu::18d8a82d-c3b2-4742-a672-35916f1ba753" providerId="AD" clId="Web-{60314A2A-9E24-4C17-63DE-12A63DB74433}" dt="2026-04-25T18:23:45.871" v="16" actId="20577"/>
          <ac:spMkLst>
            <pc:docMk/>
            <pc:sldMk cId="0" sldId="262"/>
            <ac:spMk id="22" creationId="{00000000-0000-0000-0000-000000000000}"/>
          </ac:spMkLst>
        </pc:spChg>
      </pc:sldChg>
      <pc:sldChg chg="new del">
        <pc:chgData name="Hazem Ani" userId="S::hani01@syr.edu::18d8a82d-c3b2-4742-a672-35916f1ba753" providerId="AD" clId="Web-{60314A2A-9E24-4C17-63DE-12A63DB74433}" dt="2026-04-25T18:24:22.091" v="23"/>
        <pc:sldMkLst>
          <pc:docMk/>
          <pc:sldMk cId="2666296665" sldId="264"/>
        </pc:sldMkLst>
      </pc:sldChg>
      <pc:sldChg chg="delSp modSp add replId">
        <pc:chgData name="Hazem Ani" userId="S::hani01@syr.edu::18d8a82d-c3b2-4742-a672-35916f1ba753" providerId="AD" clId="Web-{60314A2A-9E24-4C17-63DE-12A63DB74433}" dt="2026-04-25T18:25:31.202" v="44" actId="1076"/>
        <pc:sldMkLst>
          <pc:docMk/>
          <pc:sldMk cId="748171329" sldId="265"/>
        </pc:sldMkLst>
        <pc:spChg chg="mod">
          <ac:chgData name="Hazem Ani" userId="S::hani01@syr.edu::18d8a82d-c3b2-4742-a672-35916f1ba753" providerId="AD" clId="Web-{60314A2A-9E24-4C17-63DE-12A63DB74433}" dt="2026-04-25T18:25:10.717" v="42"/>
          <ac:spMkLst>
            <pc:docMk/>
            <pc:sldMk cId="748171329" sldId="265"/>
            <ac:spMk id="4" creationId="{14F070B6-A3F7-11A8-7534-2759DD41CE7B}"/>
          </ac:spMkLst>
        </pc:spChg>
        <pc:spChg chg="mod">
          <ac:chgData name="Hazem Ani" userId="S::hani01@syr.edu::18d8a82d-c3b2-4742-a672-35916f1ba753" providerId="AD" clId="Web-{60314A2A-9E24-4C17-63DE-12A63DB74433}" dt="2026-04-25T18:25:31.202" v="44" actId="1076"/>
          <ac:spMkLst>
            <pc:docMk/>
            <pc:sldMk cId="748171329" sldId="265"/>
            <ac:spMk id="5" creationId="{6287A86C-606F-A0D6-9081-5A918226C78B}"/>
          </ac:spMkLst>
        </pc:spChg>
        <pc:spChg chg="del">
          <ac:chgData name="Hazem Ani" userId="S::hani01@syr.edu::18d8a82d-c3b2-4742-a672-35916f1ba753" providerId="AD" clId="Web-{60314A2A-9E24-4C17-63DE-12A63DB74433}" dt="2026-04-25T18:24:28.138" v="25"/>
          <ac:spMkLst>
            <pc:docMk/>
            <pc:sldMk cId="748171329" sldId="265"/>
            <ac:spMk id="6" creationId="{BCD4E8AB-B824-2A7B-8BFD-136825BD550C}"/>
          </ac:spMkLst>
        </pc:spChg>
        <pc:spChg chg="del">
          <ac:chgData name="Hazem Ani" userId="S::hani01@syr.edu::18d8a82d-c3b2-4742-a672-35916f1ba753" providerId="AD" clId="Web-{60314A2A-9E24-4C17-63DE-12A63DB74433}" dt="2026-04-25T18:24:29.857" v="26"/>
          <ac:spMkLst>
            <pc:docMk/>
            <pc:sldMk cId="748171329" sldId="265"/>
            <ac:spMk id="7" creationId="{5C2721EF-E5EC-9D82-FFBF-873772079469}"/>
          </ac:spMkLst>
        </pc:spChg>
        <pc:spChg chg="del">
          <ac:chgData name="Hazem Ani" userId="S::hani01@syr.edu::18d8a82d-c3b2-4742-a672-35916f1ba753" providerId="AD" clId="Web-{60314A2A-9E24-4C17-63DE-12A63DB74433}" dt="2026-04-25T18:24:32.388" v="27"/>
          <ac:spMkLst>
            <pc:docMk/>
            <pc:sldMk cId="748171329" sldId="265"/>
            <ac:spMk id="8" creationId="{FFF4A9E9-108F-3B30-1CF0-35B2CE369899}"/>
          </ac:spMkLst>
        </pc:spChg>
      </pc:sldChg>
    </pc:docChg>
  </pc:docChgLst>
  <pc:docChgLst>
    <pc:chgData name="Kasem Chaisathitwanit" userId="S::kchaisat@syr.edu::3cca9f20-fd85-48fc-a592-d0f65b7f9ab8" providerId="AD" clId="Web-{BCEF4DAC-0932-D48B-7DAB-6BD8B8FDF92E}"/>
    <pc:docChg chg="modSld">
      <pc:chgData name="Kasem Chaisathitwanit" userId="S::kchaisat@syr.edu::3cca9f20-fd85-48fc-a592-d0f65b7f9ab8" providerId="AD" clId="Web-{BCEF4DAC-0932-D48B-7DAB-6BD8B8FDF92E}" dt="2026-04-26T19:18:37.171" v="255" actId="1076"/>
      <pc:docMkLst>
        <pc:docMk/>
      </pc:docMkLst>
      <pc:sldChg chg="addSp delSp modSp">
        <pc:chgData name="Kasem Chaisathitwanit" userId="S::kchaisat@syr.edu::3cca9f20-fd85-48fc-a592-d0f65b7f9ab8" providerId="AD" clId="Web-{BCEF4DAC-0932-D48B-7DAB-6BD8B8FDF92E}" dt="2026-04-26T19:18:37.171" v="255" actId="1076"/>
        <pc:sldMkLst>
          <pc:docMk/>
          <pc:sldMk cId="0" sldId="260"/>
        </pc:sldMkLst>
        <pc:spChg chg="add del">
          <ac:chgData name="Kasem Chaisathitwanit" userId="S::kchaisat@syr.edu::3cca9f20-fd85-48fc-a592-d0f65b7f9ab8" providerId="AD" clId="Web-{BCEF4DAC-0932-D48B-7DAB-6BD8B8FDF92E}" dt="2026-04-26T19:00:39.219" v="33"/>
          <ac:spMkLst>
            <pc:docMk/>
            <pc:sldMk cId="0" sldId="260"/>
            <ac:spMk id="8" creationId="{00000000-0000-0000-0000-000000000000}"/>
          </ac:spMkLst>
        </pc:spChg>
        <pc:spChg chg="add del">
          <ac:chgData name="Kasem Chaisathitwanit" userId="S::kchaisat@syr.edu::3cca9f20-fd85-48fc-a592-d0f65b7f9ab8" providerId="AD" clId="Web-{BCEF4DAC-0932-D48B-7DAB-6BD8B8FDF92E}" dt="2026-04-26T19:00:42.672" v="34"/>
          <ac:spMkLst>
            <pc:docMk/>
            <pc:sldMk cId="0" sldId="260"/>
            <ac:spMk id="9" creationId="{00000000-0000-0000-0000-000000000000}"/>
          </ac:spMkLst>
        </pc:spChg>
        <pc:spChg chg="add del mod">
          <ac:chgData name="Kasem Chaisathitwanit" userId="S::kchaisat@syr.edu::3cca9f20-fd85-48fc-a592-d0f65b7f9ab8" providerId="AD" clId="Web-{BCEF4DAC-0932-D48B-7DAB-6BD8B8FDF92E}" dt="2026-04-26T19:01:03.782" v="39" actId="14100"/>
          <ac:spMkLst>
            <pc:docMk/>
            <pc:sldMk cId="0" sldId="260"/>
            <ac:spMk id="10" creationId="{00000000-0000-0000-0000-000000000000}"/>
          </ac:spMkLst>
        </pc:spChg>
        <pc:spChg chg="add del mod">
          <ac:chgData name="Kasem Chaisathitwanit" userId="S::kchaisat@syr.edu::3cca9f20-fd85-48fc-a592-d0f65b7f9ab8" providerId="AD" clId="Web-{BCEF4DAC-0932-D48B-7DAB-6BD8B8FDF92E}" dt="2026-04-26T19:00:54.422" v="36" actId="1076"/>
          <ac:spMkLst>
            <pc:docMk/>
            <pc:sldMk cId="0" sldId="260"/>
            <ac:spMk id="11" creationId="{00000000-0000-0000-0000-000000000000}"/>
          </ac:spMkLst>
        </pc:spChg>
        <pc:spChg chg="add del mod">
          <ac:chgData name="Kasem Chaisathitwanit" userId="S::kchaisat@syr.edu::3cca9f20-fd85-48fc-a592-d0f65b7f9ab8" providerId="AD" clId="Web-{BCEF4DAC-0932-D48B-7DAB-6BD8B8FDF92E}" dt="2026-04-26T19:09:20.253" v="167" actId="20577"/>
          <ac:spMkLst>
            <pc:docMk/>
            <pc:sldMk cId="0" sldId="260"/>
            <ac:spMk id="12" creationId="{00000000-0000-0000-0000-000000000000}"/>
          </ac:spMkLst>
        </pc:spChg>
        <pc:spChg chg="mod">
          <ac:chgData name="Kasem Chaisathitwanit" userId="S::kchaisat@syr.edu::3cca9f20-fd85-48fc-a592-d0f65b7f9ab8" providerId="AD" clId="Web-{BCEF4DAC-0932-D48B-7DAB-6BD8B8FDF92E}" dt="2026-04-26T19:00:54.438" v="38" actId="1076"/>
          <ac:spMkLst>
            <pc:docMk/>
            <pc:sldMk cId="0" sldId="260"/>
            <ac:spMk id="13" creationId="{00000000-0000-0000-0000-000000000000}"/>
          </ac:spMkLst>
        </pc:spChg>
        <pc:spChg chg="add del mod">
          <ac:chgData name="Kasem Chaisathitwanit" userId="S::kchaisat@syr.edu::3cca9f20-fd85-48fc-a592-d0f65b7f9ab8" providerId="AD" clId="Web-{BCEF4DAC-0932-D48B-7DAB-6BD8B8FDF92E}" dt="2026-04-26T19:03:59.244" v="54"/>
          <ac:spMkLst>
            <pc:docMk/>
            <pc:sldMk cId="0" sldId="260"/>
            <ac:spMk id="17" creationId="{70341041-239A-34D5-313B-AC1AE7A65686}"/>
          </ac:spMkLst>
        </pc:spChg>
        <pc:spChg chg="add del">
          <ac:chgData name="Kasem Chaisathitwanit" userId="S::kchaisat@syr.edu::3cca9f20-fd85-48fc-a592-d0f65b7f9ab8" providerId="AD" clId="Web-{BCEF4DAC-0932-D48B-7DAB-6BD8B8FDF92E}" dt="2026-04-26T19:04:39.574" v="58"/>
          <ac:spMkLst>
            <pc:docMk/>
            <pc:sldMk cId="0" sldId="260"/>
            <ac:spMk id="18" creationId="{3D8C417B-122B-0954-956A-4C0F046812FB}"/>
          </ac:spMkLst>
        </pc:spChg>
        <pc:spChg chg="add del">
          <ac:chgData name="Kasem Chaisathitwanit" userId="S::kchaisat@syr.edu::3cca9f20-fd85-48fc-a592-d0f65b7f9ab8" providerId="AD" clId="Web-{BCEF4DAC-0932-D48B-7DAB-6BD8B8FDF92E}" dt="2026-04-26T19:04:37.089" v="57"/>
          <ac:spMkLst>
            <pc:docMk/>
            <pc:sldMk cId="0" sldId="260"/>
            <ac:spMk id="19" creationId="{5A24C1EB-BA49-5AB3-EA93-3F41BF216885}"/>
          </ac:spMkLst>
        </pc:spChg>
        <pc:spChg chg="add mod">
          <ac:chgData name="Kasem Chaisathitwanit" userId="S::kchaisat@syr.edu::3cca9f20-fd85-48fc-a592-d0f65b7f9ab8" providerId="AD" clId="Web-{BCEF4DAC-0932-D48B-7DAB-6BD8B8FDF92E}" dt="2026-04-26T19:18:15.483" v="253"/>
          <ac:spMkLst>
            <pc:docMk/>
            <pc:sldMk cId="0" sldId="260"/>
            <ac:spMk id="20" creationId="{5342CEAD-A469-77BD-28C7-FB5FE79B2BC3}"/>
          </ac:spMkLst>
        </pc:spChg>
        <pc:spChg chg="add del mod">
          <ac:chgData name="Kasem Chaisathitwanit" userId="S::kchaisat@syr.edu::3cca9f20-fd85-48fc-a592-d0f65b7f9ab8" providerId="AD" clId="Web-{BCEF4DAC-0932-D48B-7DAB-6BD8B8FDF92E}" dt="2026-04-26T19:05:59.842" v="82"/>
          <ac:spMkLst>
            <pc:docMk/>
            <pc:sldMk cId="0" sldId="260"/>
            <ac:spMk id="21" creationId="{8D5F64B9-C966-2514-3DE3-4D017D9A34A6}"/>
          </ac:spMkLst>
        </pc:spChg>
        <pc:spChg chg="add del mod">
          <ac:chgData name="Kasem Chaisathitwanit" userId="S::kchaisat@syr.edu::3cca9f20-fd85-48fc-a592-d0f65b7f9ab8" providerId="AD" clId="Web-{BCEF4DAC-0932-D48B-7DAB-6BD8B8FDF92E}" dt="2026-04-26T19:05:59.842" v="81"/>
          <ac:spMkLst>
            <pc:docMk/>
            <pc:sldMk cId="0" sldId="260"/>
            <ac:spMk id="22" creationId="{4B4A3D8F-6C4F-8C72-5D07-4786221CF59D}"/>
          </ac:spMkLst>
        </pc:spChg>
        <pc:spChg chg="add del mod">
          <ac:chgData name="Kasem Chaisathitwanit" userId="S::kchaisat@syr.edu::3cca9f20-fd85-48fc-a592-d0f65b7f9ab8" providerId="AD" clId="Web-{BCEF4DAC-0932-D48B-7DAB-6BD8B8FDF92E}" dt="2026-04-26T19:05:59.842" v="80"/>
          <ac:spMkLst>
            <pc:docMk/>
            <pc:sldMk cId="0" sldId="260"/>
            <ac:spMk id="23" creationId="{F74A04C0-7309-CB59-D192-5659BB9D7BA6}"/>
          </ac:spMkLst>
        </pc:spChg>
        <pc:spChg chg="add del mod">
          <ac:chgData name="Kasem Chaisathitwanit" userId="S::kchaisat@syr.edu::3cca9f20-fd85-48fc-a592-d0f65b7f9ab8" providerId="AD" clId="Web-{BCEF4DAC-0932-D48B-7DAB-6BD8B8FDF92E}" dt="2026-04-26T19:05:59.842" v="79"/>
          <ac:spMkLst>
            <pc:docMk/>
            <pc:sldMk cId="0" sldId="260"/>
            <ac:spMk id="24" creationId="{538F7658-E85D-23CF-1831-81647C690F5D}"/>
          </ac:spMkLst>
        </pc:spChg>
        <pc:spChg chg="add mod">
          <ac:chgData name="Kasem Chaisathitwanit" userId="S::kchaisat@syr.edu::3cca9f20-fd85-48fc-a592-d0f65b7f9ab8" providerId="AD" clId="Web-{BCEF4DAC-0932-D48B-7DAB-6BD8B8FDF92E}" dt="2026-04-26T19:07:45.017" v="110" actId="14100"/>
          <ac:spMkLst>
            <pc:docMk/>
            <pc:sldMk cId="0" sldId="260"/>
            <ac:spMk id="25" creationId="{2060089E-99C7-0B19-6CFB-E64B8C0A370F}"/>
          </ac:spMkLst>
        </pc:spChg>
        <pc:spChg chg="add mod">
          <ac:chgData name="Kasem Chaisathitwanit" userId="S::kchaisat@syr.edu::3cca9f20-fd85-48fc-a592-d0f65b7f9ab8" providerId="AD" clId="Web-{BCEF4DAC-0932-D48B-7DAB-6BD8B8FDF92E}" dt="2026-04-26T19:07:45.017" v="111" actId="14100"/>
          <ac:spMkLst>
            <pc:docMk/>
            <pc:sldMk cId="0" sldId="260"/>
            <ac:spMk id="26" creationId="{261D2BBB-79FE-29E3-A8F4-A974C092394E}"/>
          </ac:spMkLst>
        </pc:spChg>
        <pc:spChg chg="add mod">
          <ac:chgData name="Kasem Chaisathitwanit" userId="S::kchaisat@syr.edu::3cca9f20-fd85-48fc-a592-d0f65b7f9ab8" providerId="AD" clId="Web-{BCEF4DAC-0932-D48B-7DAB-6BD8B8FDF92E}" dt="2026-04-26T19:08:43.299" v="146" actId="20577"/>
          <ac:spMkLst>
            <pc:docMk/>
            <pc:sldMk cId="0" sldId="260"/>
            <ac:spMk id="27" creationId="{3D28CE26-2519-895F-D8F7-2C580C1085FD}"/>
          </ac:spMkLst>
        </pc:spChg>
        <pc:spChg chg="add mod">
          <ac:chgData name="Kasem Chaisathitwanit" userId="S::kchaisat@syr.edu::3cca9f20-fd85-48fc-a592-d0f65b7f9ab8" providerId="AD" clId="Web-{BCEF4DAC-0932-D48B-7DAB-6BD8B8FDF92E}" dt="2026-04-26T19:06:46.422" v="101" actId="14100"/>
          <ac:spMkLst>
            <pc:docMk/>
            <pc:sldMk cId="0" sldId="260"/>
            <ac:spMk id="28" creationId="{B3269B07-AABD-9FF2-4FC9-237E13211BD5}"/>
          </ac:spMkLst>
        </pc:spChg>
        <pc:spChg chg="add mod">
          <ac:chgData name="Kasem Chaisathitwanit" userId="S::kchaisat@syr.edu::3cca9f20-fd85-48fc-a592-d0f65b7f9ab8" providerId="AD" clId="Web-{BCEF4DAC-0932-D48B-7DAB-6BD8B8FDF92E}" dt="2026-04-26T19:18:37.171" v="255" actId="1076"/>
          <ac:spMkLst>
            <pc:docMk/>
            <pc:sldMk cId="0" sldId="260"/>
            <ac:spMk id="29" creationId="{C9F77B2E-7828-9246-9740-8F469E1EE7BE}"/>
          </ac:spMkLst>
        </pc:spChg>
        <pc:picChg chg="add del mod">
          <ac:chgData name="Kasem Chaisathitwanit" userId="S::kchaisat@syr.edu::3cca9f20-fd85-48fc-a592-d0f65b7f9ab8" providerId="AD" clId="Web-{BCEF4DAC-0932-D48B-7DAB-6BD8B8FDF92E}" dt="2026-04-26T19:07:00.047" v="106"/>
          <ac:picMkLst>
            <pc:docMk/>
            <pc:sldMk cId="0" sldId="260"/>
            <ac:picMk id="14" creationId="{0936F984-AF61-1EB8-51C2-4CE187815A4B}"/>
          </ac:picMkLst>
        </pc:picChg>
        <pc:picChg chg="add del mod modCrop">
          <ac:chgData name="Kasem Chaisathitwanit" userId="S::kchaisat@syr.edu::3cca9f20-fd85-48fc-a592-d0f65b7f9ab8" providerId="AD" clId="Web-{BCEF4DAC-0932-D48B-7DAB-6BD8B8FDF92E}" dt="2026-04-26T19:00:25.093" v="25"/>
          <ac:picMkLst>
            <pc:docMk/>
            <pc:sldMk cId="0" sldId="260"/>
            <ac:picMk id="15" creationId="{8A93B993-B6EE-89BC-CDA9-7F53D39902B5}"/>
          </ac:picMkLst>
        </pc:picChg>
        <pc:picChg chg="add mod ord modCrop">
          <ac:chgData name="Kasem Chaisathitwanit" userId="S::kchaisat@syr.edu::3cca9f20-fd85-48fc-a592-d0f65b7f9ab8" providerId="AD" clId="Web-{BCEF4DAC-0932-D48B-7DAB-6BD8B8FDF92E}" dt="2026-04-26T19:06:54.625" v="104"/>
          <ac:picMkLst>
            <pc:docMk/>
            <pc:sldMk cId="0" sldId="260"/>
            <ac:picMk id="16" creationId="{3989C93A-4667-3FC5-A1E1-770272C7D7F9}"/>
          </ac:picMkLst>
        </pc:picChg>
        <pc:picChg chg="add mod">
          <ac:chgData name="Kasem Chaisathitwanit" userId="S::kchaisat@syr.edu::3cca9f20-fd85-48fc-a592-d0f65b7f9ab8" providerId="AD" clId="Web-{BCEF4DAC-0932-D48B-7DAB-6BD8B8FDF92E}" dt="2026-04-26T19:07:59.611" v="114" actId="14100"/>
          <ac:picMkLst>
            <pc:docMk/>
            <pc:sldMk cId="0" sldId="260"/>
            <ac:picMk id="30" creationId="{C80FF269-8893-794E-1F88-2C307FE4562B}"/>
          </ac:picMkLst>
        </pc:picChg>
      </pc:sldChg>
    </pc:docChg>
  </pc:docChgLst>
  <pc:docChgLst>
    <pc:chgData name="Hazem Ani" userId="S::hani01@syr.edu::18d8a82d-c3b2-4742-a672-35916f1ba753" providerId="AD" clId="Web-{AE51C8DE-F03C-932D-AE32-A43824A0EAFB}"/>
    <pc:docChg chg="modSld">
      <pc:chgData name="Hazem Ani" userId="S::hani01@syr.edu::18d8a82d-c3b2-4742-a672-35916f1ba753" providerId="AD" clId="Web-{AE51C8DE-F03C-932D-AE32-A43824A0EAFB}" dt="2026-04-25T21:43:26.382" v="72" actId="20577"/>
      <pc:docMkLst>
        <pc:docMk/>
      </pc:docMkLst>
      <pc:sldChg chg="modSp">
        <pc:chgData name="Hazem Ani" userId="S::hani01@syr.edu::18d8a82d-c3b2-4742-a672-35916f1ba753" providerId="AD" clId="Web-{AE51C8DE-F03C-932D-AE32-A43824A0EAFB}" dt="2026-04-25T21:43:26.382" v="72" actId="20577"/>
        <pc:sldMkLst>
          <pc:docMk/>
          <pc:sldMk cId="0" sldId="258"/>
        </pc:sldMkLst>
        <pc:spChg chg="mod">
          <ac:chgData name="Hazem Ani" userId="S::hani01@syr.edu::18d8a82d-c3b2-4742-a672-35916f1ba753" providerId="AD" clId="Web-{AE51C8DE-F03C-932D-AE32-A43824A0EAFB}" dt="2026-04-25T21:41:25.037" v="10" actId="20577"/>
          <ac:spMkLst>
            <pc:docMk/>
            <pc:sldMk cId="0" sldId="258"/>
            <ac:spMk id="10" creationId="{00000000-0000-0000-0000-000000000000}"/>
          </ac:spMkLst>
        </pc:spChg>
        <pc:spChg chg="mod">
          <ac:chgData name="Hazem Ani" userId="S::hani01@syr.edu::18d8a82d-c3b2-4742-a672-35916f1ba753" providerId="AD" clId="Web-{AE51C8DE-F03C-932D-AE32-A43824A0EAFB}" dt="2026-04-25T21:43:26.382" v="72" actId="20577"/>
          <ac:spMkLst>
            <pc:docMk/>
            <pc:sldMk cId="0" sldId="258"/>
            <ac:spMk id="11" creationId="{00000000-0000-0000-0000-000000000000}"/>
          </ac:spMkLst>
        </pc:spChg>
      </pc:sldChg>
    </pc:docChg>
  </pc:docChgLst>
  <pc:docChgLst>
    <pc:chgData name="Ashish Rajeev Chaudhary" userId="S::cashishr@syr.edu::41fe3aa3-fc97-4e25-b1bb-40113e88a842" providerId="AD" clId="Web-{FBB67220-9FEB-C11C-ABBD-710EBFD148E0}"/>
    <pc:docChg chg="modSld">
      <pc:chgData name="Ashish Rajeev Chaudhary" userId="S::cashishr@syr.edu::41fe3aa3-fc97-4e25-b1bb-40113e88a842" providerId="AD" clId="Web-{FBB67220-9FEB-C11C-ABBD-710EBFD148E0}" dt="2026-04-26T20:08:17.351" v="404" actId="20577"/>
      <pc:docMkLst>
        <pc:docMk/>
      </pc:docMkLst>
      <pc:sldChg chg="addSp delSp modSp">
        <pc:chgData name="Ashish Rajeev Chaudhary" userId="S::cashishr@syr.edu::41fe3aa3-fc97-4e25-b1bb-40113e88a842" providerId="AD" clId="Web-{FBB67220-9FEB-C11C-ABBD-710EBFD148E0}" dt="2026-04-26T17:42:00.306" v="95" actId="20577"/>
        <pc:sldMkLst>
          <pc:docMk/>
          <pc:sldMk cId="0" sldId="259"/>
        </pc:sldMkLst>
        <pc:spChg chg="mod">
          <ac:chgData name="Ashish Rajeev Chaudhary" userId="S::cashishr@syr.edu::41fe3aa3-fc97-4e25-b1bb-40113e88a842" providerId="AD" clId="Web-{FBB67220-9FEB-C11C-ABBD-710EBFD148E0}" dt="2026-04-26T17:35:02.932" v="3" actId="1076"/>
          <ac:spMkLst>
            <pc:docMk/>
            <pc:sldMk cId="0" sldId="259"/>
            <ac:spMk id="17" creationId="{00000000-0000-0000-0000-000000000000}"/>
          </ac:spMkLst>
        </pc:spChg>
        <pc:spChg chg="add del">
          <ac:chgData name="Ashish Rajeev Chaudhary" userId="S::cashishr@syr.edu::41fe3aa3-fc97-4e25-b1bb-40113e88a842" providerId="AD" clId="Web-{FBB67220-9FEB-C11C-ABBD-710EBFD148E0}" dt="2026-04-26T17:35:15.197" v="5"/>
          <ac:spMkLst>
            <pc:docMk/>
            <pc:sldMk cId="0" sldId="259"/>
            <ac:spMk id="20" creationId="{B6B99500-88A4-D2C1-3474-AC339CC30B9B}"/>
          </ac:spMkLst>
        </pc:spChg>
        <pc:spChg chg="add mod">
          <ac:chgData name="Ashish Rajeev Chaudhary" userId="S::cashishr@syr.edu::41fe3aa3-fc97-4e25-b1bb-40113e88a842" providerId="AD" clId="Web-{FBB67220-9FEB-C11C-ABBD-710EBFD148E0}" dt="2026-04-26T17:41:55.806" v="93" actId="20577"/>
          <ac:spMkLst>
            <pc:docMk/>
            <pc:sldMk cId="0" sldId="259"/>
            <ac:spMk id="21" creationId="{1E114B6B-1D93-0136-14BF-CC431E8ACF31}"/>
          </ac:spMkLst>
        </pc:spChg>
        <pc:spChg chg="add mod">
          <ac:chgData name="Ashish Rajeev Chaudhary" userId="S::cashishr@syr.edu::41fe3aa3-fc97-4e25-b1bb-40113e88a842" providerId="AD" clId="Web-{FBB67220-9FEB-C11C-ABBD-710EBFD148E0}" dt="2026-04-26T17:42:00.306" v="95" actId="20577"/>
          <ac:spMkLst>
            <pc:docMk/>
            <pc:sldMk cId="0" sldId="259"/>
            <ac:spMk id="22" creationId="{E55BB433-9A32-CF25-A1DF-DD4B3A2F1C5C}"/>
          </ac:spMkLst>
        </pc:spChg>
      </pc:sldChg>
      <pc:sldChg chg="addSp modSp">
        <pc:chgData name="Ashish Rajeev Chaudhary" userId="S::cashishr@syr.edu::41fe3aa3-fc97-4e25-b1bb-40113e88a842" providerId="AD" clId="Web-{FBB67220-9FEB-C11C-ABBD-710EBFD148E0}" dt="2026-04-26T19:32:13.849" v="204" actId="20577"/>
        <pc:sldMkLst>
          <pc:docMk/>
          <pc:sldMk cId="0" sldId="261"/>
        </pc:sldMkLst>
        <pc:spChg chg="mod">
          <ac:chgData name="Ashish Rajeev Chaudhary" userId="S::cashishr@syr.edu::41fe3aa3-fc97-4e25-b1bb-40113e88a842" providerId="AD" clId="Web-{FBB67220-9FEB-C11C-ABBD-710EBFD148E0}" dt="2026-04-26T19:31:47.505" v="200" actId="1076"/>
          <ac:spMkLst>
            <pc:docMk/>
            <pc:sldMk cId="0" sldId="261"/>
            <ac:spMk id="8" creationId="{00000000-0000-0000-0000-000000000000}"/>
          </ac:spMkLst>
        </pc:spChg>
        <pc:spChg chg="mod">
          <ac:chgData name="Ashish Rajeev Chaudhary" userId="S::cashishr@syr.edu::41fe3aa3-fc97-4e25-b1bb-40113e88a842" providerId="AD" clId="Web-{FBB67220-9FEB-C11C-ABBD-710EBFD148E0}" dt="2026-04-26T19:05:46.955" v="121" actId="20577"/>
          <ac:spMkLst>
            <pc:docMk/>
            <pc:sldMk cId="0" sldId="261"/>
            <ac:spMk id="9" creationId="{00000000-0000-0000-0000-000000000000}"/>
          </ac:spMkLst>
        </pc:spChg>
        <pc:spChg chg="mod">
          <ac:chgData name="Ashish Rajeev Chaudhary" userId="S::cashishr@syr.edu::41fe3aa3-fc97-4e25-b1bb-40113e88a842" providerId="AD" clId="Web-{FBB67220-9FEB-C11C-ABBD-710EBFD148E0}" dt="2026-04-26T19:32:13.849" v="204" actId="20577"/>
          <ac:spMkLst>
            <pc:docMk/>
            <pc:sldMk cId="0" sldId="261"/>
            <ac:spMk id="10" creationId="{00000000-0000-0000-0000-000000000000}"/>
          </ac:spMkLst>
        </pc:spChg>
        <pc:picChg chg="add mod">
          <ac:chgData name="Ashish Rajeev Chaudhary" userId="S::cashishr@syr.edu::41fe3aa3-fc97-4e25-b1bb-40113e88a842" providerId="AD" clId="Web-{FBB67220-9FEB-C11C-ABBD-710EBFD148E0}" dt="2026-04-26T19:21:55" v="124" actId="14100"/>
          <ac:picMkLst>
            <pc:docMk/>
            <pc:sldMk cId="0" sldId="261"/>
            <ac:picMk id="11" creationId="{7D61004A-58B1-1EDA-E058-DBD4AB4DFF1D}"/>
          </ac:picMkLst>
        </pc:picChg>
      </pc:sldChg>
      <pc:sldChg chg="modSp">
        <pc:chgData name="Ashish Rajeev Chaudhary" userId="S::cashishr@syr.edu::41fe3aa3-fc97-4e25-b1bb-40113e88a842" providerId="AD" clId="Web-{FBB67220-9FEB-C11C-ABBD-710EBFD148E0}" dt="2026-04-26T19:49:58.469" v="256" actId="20577"/>
        <pc:sldMkLst>
          <pc:docMk/>
          <pc:sldMk cId="0" sldId="262"/>
        </pc:sldMkLst>
        <pc:spChg chg="mod">
          <ac:chgData name="Ashish Rajeev Chaudhary" userId="S::cashishr@syr.edu::41fe3aa3-fc97-4e25-b1bb-40113e88a842" providerId="AD" clId="Web-{FBB67220-9FEB-C11C-ABBD-710EBFD148E0}" dt="2026-04-26T19:49:58.469" v="256" actId="20577"/>
          <ac:spMkLst>
            <pc:docMk/>
            <pc:sldMk cId="0" sldId="262"/>
            <ac:spMk id="12" creationId="{00000000-0000-0000-0000-000000000000}"/>
          </ac:spMkLst>
        </pc:spChg>
        <pc:spChg chg="mod">
          <ac:chgData name="Ashish Rajeev Chaudhary" userId="S::cashishr@syr.edu::41fe3aa3-fc97-4e25-b1bb-40113e88a842" providerId="AD" clId="Web-{FBB67220-9FEB-C11C-ABBD-710EBFD148E0}" dt="2026-04-26T19:44:44.066" v="238" actId="20577"/>
          <ac:spMkLst>
            <pc:docMk/>
            <pc:sldMk cId="0" sldId="262"/>
            <ac:spMk id="17" creationId="{00000000-0000-0000-0000-000000000000}"/>
          </ac:spMkLst>
        </pc:spChg>
        <pc:spChg chg="mod">
          <ac:chgData name="Ashish Rajeev Chaudhary" userId="S::cashishr@syr.edu::41fe3aa3-fc97-4e25-b1bb-40113e88a842" providerId="AD" clId="Web-{FBB67220-9FEB-C11C-ABBD-710EBFD148E0}" dt="2026-04-26T19:49:27.484" v="255" actId="20577"/>
          <ac:spMkLst>
            <pc:docMk/>
            <pc:sldMk cId="0" sldId="262"/>
            <ac:spMk id="22" creationId="{00000000-0000-0000-0000-000000000000}"/>
          </ac:spMkLst>
        </pc:spChg>
      </pc:sldChg>
      <pc:sldChg chg="addSp delSp modSp">
        <pc:chgData name="Ashish Rajeev Chaudhary" userId="S::cashishr@syr.edu::41fe3aa3-fc97-4e25-b1bb-40113e88a842" providerId="AD" clId="Web-{FBB67220-9FEB-C11C-ABBD-710EBFD148E0}" dt="2026-04-26T20:08:17.351" v="404" actId="20577"/>
        <pc:sldMkLst>
          <pc:docMk/>
          <pc:sldMk cId="0" sldId="263"/>
        </pc:sldMkLst>
        <pc:spChg chg="mod">
          <ac:chgData name="Ashish Rajeev Chaudhary" userId="S::cashishr@syr.edu::41fe3aa3-fc97-4e25-b1bb-40113e88a842" providerId="AD" clId="Web-{FBB67220-9FEB-C11C-ABBD-710EBFD148E0}" dt="2026-04-26T20:08:17.351" v="404" actId="20577"/>
          <ac:spMkLst>
            <pc:docMk/>
            <pc:sldMk cId="0" sldId="263"/>
            <ac:spMk id="11" creationId="{00000000-0000-0000-0000-000000000000}"/>
          </ac:spMkLst>
        </pc:spChg>
        <pc:spChg chg="add del">
          <ac:chgData name="Ashish Rajeev Chaudhary" userId="S::cashishr@syr.edu::41fe3aa3-fc97-4e25-b1bb-40113e88a842" providerId="AD" clId="Web-{FBB67220-9FEB-C11C-ABBD-710EBFD148E0}" dt="2026-04-26T19:54:50.399" v="287"/>
          <ac:spMkLst>
            <pc:docMk/>
            <pc:sldMk cId="0" sldId="263"/>
            <ac:spMk id="12" creationId="{00000000-0000-0000-0000-000000000000}"/>
          </ac:spMkLst>
        </pc:spChg>
        <pc:spChg chg="add del mod">
          <ac:chgData name="Ashish Rajeev Chaudhary" userId="S::cashishr@syr.edu::41fe3aa3-fc97-4e25-b1bb-40113e88a842" providerId="AD" clId="Web-{FBB67220-9FEB-C11C-ABBD-710EBFD148E0}" dt="2026-04-26T19:54:50.368" v="286" actId="20577"/>
          <ac:spMkLst>
            <pc:docMk/>
            <pc:sldMk cId="0" sldId="263"/>
            <ac:spMk id="14" creationId="{00000000-0000-0000-0000-000000000000}"/>
          </ac:spMkLst>
        </pc:spChg>
        <pc:spChg chg="mod">
          <ac:chgData name="Ashish Rajeev Chaudhary" userId="S::cashishr@syr.edu::41fe3aa3-fc97-4e25-b1bb-40113e88a842" providerId="AD" clId="Web-{FBB67220-9FEB-C11C-ABBD-710EBFD148E0}" dt="2026-04-26T20:03:25.214" v="389" actId="20577"/>
          <ac:spMkLst>
            <pc:docMk/>
            <pc:sldMk cId="0" sldId="263"/>
            <ac:spMk id="15" creationId="{00000000-0000-0000-0000-000000000000}"/>
          </ac:spMkLst>
        </pc:spChg>
      </pc:sldChg>
    </pc:docChg>
  </pc:docChgLst>
  <pc:docChgLst>
    <pc:chgData name="Hazem Ani" userId="S::hani01@syr.edu::18d8a82d-c3b2-4742-a672-35916f1ba753" providerId="AD" clId="Web-{1CE3920E-8C4A-7375-6CC7-5D4E5B36ACD8}"/>
    <pc:docChg chg="modSld">
      <pc:chgData name="Hazem Ani" userId="S::hani01@syr.edu::18d8a82d-c3b2-4742-a672-35916f1ba753" providerId="AD" clId="Web-{1CE3920E-8C4A-7375-6CC7-5D4E5B36ACD8}" dt="2026-04-25T22:00:11.446" v="547" actId="1076"/>
      <pc:docMkLst>
        <pc:docMk/>
      </pc:docMkLst>
      <pc:sldChg chg="modSp">
        <pc:chgData name="Hazem Ani" userId="S::hani01@syr.edu::18d8a82d-c3b2-4742-a672-35916f1ba753" providerId="AD" clId="Web-{1CE3920E-8C4A-7375-6CC7-5D4E5B36ACD8}" dt="2026-04-25T22:00:11.446" v="547" actId="1076"/>
        <pc:sldMkLst>
          <pc:docMk/>
          <pc:sldMk cId="0" sldId="258"/>
        </pc:sldMkLst>
        <pc:spChg chg="mod">
          <ac:chgData name="Hazem Ani" userId="S::hani01@syr.edu::18d8a82d-c3b2-4742-a672-35916f1ba753" providerId="AD" clId="Web-{1CE3920E-8C4A-7375-6CC7-5D4E5B36ACD8}" dt="2026-04-25T21:47:18.286" v="195" actId="14100"/>
          <ac:spMkLst>
            <pc:docMk/>
            <pc:sldMk cId="0" sldId="258"/>
            <ac:spMk id="8" creationId="{00000000-0000-0000-0000-000000000000}"/>
          </ac:spMkLst>
        </pc:spChg>
        <pc:spChg chg="mod">
          <ac:chgData name="Hazem Ani" userId="S::hani01@syr.edu::18d8a82d-c3b2-4742-a672-35916f1ba753" providerId="AD" clId="Web-{1CE3920E-8C4A-7375-6CC7-5D4E5B36ACD8}" dt="2026-04-25T21:48:56.070" v="318" actId="20577"/>
          <ac:spMkLst>
            <pc:docMk/>
            <pc:sldMk cId="0" sldId="258"/>
            <ac:spMk id="11" creationId="{00000000-0000-0000-0000-000000000000}"/>
          </ac:spMkLst>
        </pc:spChg>
        <pc:spChg chg="mod">
          <ac:chgData name="Hazem Ani" userId="S::hani01@syr.edu::18d8a82d-c3b2-4742-a672-35916f1ba753" providerId="AD" clId="Web-{1CE3920E-8C4A-7375-6CC7-5D4E5B36ACD8}" dt="2026-04-25T21:57:08.373" v="335" actId="20577"/>
          <ac:spMkLst>
            <pc:docMk/>
            <pc:sldMk cId="0" sldId="258"/>
            <ac:spMk id="12" creationId="{00000000-0000-0000-0000-000000000000}"/>
          </ac:spMkLst>
        </pc:spChg>
        <pc:spChg chg="mod">
          <ac:chgData name="Hazem Ani" userId="S::hani01@syr.edu::18d8a82d-c3b2-4742-a672-35916f1ba753" providerId="AD" clId="Web-{1CE3920E-8C4A-7375-6CC7-5D4E5B36ACD8}" dt="2026-04-25T22:00:11.446" v="547" actId="1076"/>
          <ac:spMkLst>
            <pc:docMk/>
            <pc:sldMk cId="0" sldId="258"/>
            <ac:spMk id="13" creationId="{00000000-0000-0000-0000-000000000000}"/>
          </ac:spMkLst>
        </pc:spChg>
      </pc:sldChg>
    </pc:docChg>
  </pc:docChgLst>
  <pc:docChgLst>
    <pc:chgData name="Hazem Ani" userId="S::hani01@syr.edu::18d8a82d-c3b2-4742-a672-35916f1ba753" providerId="AD" clId="Web-{74A3A9FB-1C7B-88C5-C8B5-F859DE0285D9}"/>
    <pc:docChg chg="modSld">
      <pc:chgData name="Hazem Ani" userId="S::hani01@syr.edu::18d8a82d-c3b2-4742-a672-35916f1ba753" providerId="AD" clId="Web-{74A3A9FB-1C7B-88C5-C8B5-F859DE0285D9}" dt="2026-04-26T22:47:41.232" v="1" actId="20577"/>
      <pc:docMkLst>
        <pc:docMk/>
      </pc:docMkLst>
      <pc:sldChg chg="modSp">
        <pc:chgData name="Hazem Ani" userId="S::hani01@syr.edu::18d8a82d-c3b2-4742-a672-35916f1ba753" providerId="AD" clId="Web-{74A3A9FB-1C7B-88C5-C8B5-F859DE0285D9}" dt="2026-04-26T22:47:41.232" v="1" actId="20577"/>
        <pc:sldMkLst>
          <pc:docMk/>
          <pc:sldMk cId="0" sldId="262"/>
        </pc:sldMkLst>
        <pc:spChg chg="mod">
          <ac:chgData name="Hazem Ani" userId="S::hani01@syr.edu::18d8a82d-c3b2-4742-a672-35916f1ba753" providerId="AD" clId="Web-{74A3A9FB-1C7B-88C5-C8B5-F859DE0285D9}" dt="2026-04-26T22:47:41.232" v="1" actId="20577"/>
          <ac:spMkLst>
            <pc:docMk/>
            <pc:sldMk cId="0" sldId="262"/>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9873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649A6-2CB1-0666-561D-107D00A37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D382B-D65A-6047-B295-F44577F86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2189A-CAF2-01C7-3784-BE4875D94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8911AD-F52C-49C3-5D7F-4882B1B4CA0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6395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6217920" y="-1097280"/>
            <a:ext cx="4572000" cy="4572000"/>
          </a:xfrm>
          <a:prstGeom prst="ellipse">
            <a:avLst/>
          </a:prstGeom>
          <a:solidFill>
            <a:srgbClr val="0D7C8F">
              <a:alpha val="15000"/>
            </a:srgbClr>
          </a:solidFill>
          <a:ln/>
        </p:spPr>
      </p:sp>
      <p:sp>
        <p:nvSpPr>
          <p:cNvPr id="3" name="Shape 1"/>
          <p:cNvSpPr/>
          <p:nvPr/>
        </p:nvSpPr>
        <p:spPr>
          <a:xfrm>
            <a:off x="7132320" y="2286000"/>
            <a:ext cx="3200400" cy="3200400"/>
          </a:xfrm>
          <a:prstGeom prst="ellipse">
            <a:avLst/>
          </a:prstGeom>
          <a:solidFill>
            <a:srgbClr val="14B8A6">
              <a:alpha val="10000"/>
            </a:srgbClr>
          </a:solidFill>
          <a:ln/>
        </p:spPr>
      </p:sp>
      <p:sp>
        <p:nvSpPr>
          <p:cNvPr id="4" name="Text 2"/>
          <p:cNvSpPr/>
          <p:nvPr/>
        </p:nvSpPr>
        <p:spPr>
          <a:xfrm>
            <a:off x="731520" y="914400"/>
            <a:ext cx="7315200" cy="731520"/>
          </a:xfrm>
          <a:prstGeom prst="rect">
            <a:avLst/>
          </a:prstGeom>
          <a:noFill/>
          <a:ln/>
        </p:spPr>
        <p:txBody>
          <a:bodyPr wrap="square" lIns="0" tIns="0" rIns="0" bIns="0" rtlCol="0" anchor="ctr"/>
          <a:lstStyle/>
          <a:p>
            <a:pPr marL="0" indent="0" algn="l">
              <a:buNone/>
            </a:pPr>
            <a:r>
              <a:rPr lang="en-US" sz="3600" b="1">
                <a:solidFill>
                  <a:srgbClr val="FFFFFF"/>
                </a:solidFill>
                <a:latin typeface="Trebuchet MS" pitchFamily="34" charset="0"/>
                <a:ea typeface="Trebuchet MS" pitchFamily="34" charset="-122"/>
                <a:cs typeface="Trebuchet MS" pitchFamily="34" charset="-120"/>
              </a:rPr>
              <a:t>Beyond Default Prediction</a:t>
            </a:r>
            <a:endParaRPr lang="en-US" sz="3600"/>
          </a:p>
        </p:txBody>
      </p:sp>
      <p:sp>
        <p:nvSpPr>
          <p:cNvPr id="5" name="Text 3"/>
          <p:cNvSpPr/>
          <p:nvPr/>
        </p:nvSpPr>
        <p:spPr>
          <a:xfrm>
            <a:off x="731520" y="1645920"/>
            <a:ext cx="7315200" cy="548640"/>
          </a:xfrm>
          <a:prstGeom prst="rect">
            <a:avLst/>
          </a:prstGeom>
          <a:noFill/>
          <a:ln/>
        </p:spPr>
        <p:txBody>
          <a:bodyPr wrap="square" lIns="0" tIns="0" rIns="0" bIns="0" rtlCol="0" anchor="ctr"/>
          <a:lstStyle/>
          <a:p>
            <a:pPr marL="0" indent="0" algn="l">
              <a:buNone/>
            </a:pPr>
            <a:r>
              <a:rPr lang="en-US" sz="2000">
                <a:solidFill>
                  <a:srgbClr val="14B8A6"/>
                </a:solidFill>
                <a:latin typeface="Calibri" pitchFamily="34" charset="0"/>
                <a:ea typeface="Calibri" pitchFamily="34" charset="-122"/>
                <a:cs typeface="Calibri" pitchFamily="34" charset="-120"/>
              </a:rPr>
              <a:t>A Risk-Adjusted Approach to Loan Optimization</a:t>
            </a:r>
            <a:endParaRPr lang="en-US" sz="2000"/>
          </a:p>
        </p:txBody>
      </p:sp>
      <p:sp>
        <p:nvSpPr>
          <p:cNvPr id="6" name="Shape 4"/>
          <p:cNvSpPr/>
          <p:nvPr/>
        </p:nvSpPr>
        <p:spPr>
          <a:xfrm>
            <a:off x="731520" y="2377440"/>
            <a:ext cx="2286000" cy="36576"/>
          </a:xfrm>
          <a:prstGeom prst="rect">
            <a:avLst/>
          </a:prstGeom>
          <a:solidFill>
            <a:srgbClr val="0D7C8F"/>
          </a:solidFill>
          <a:ln/>
        </p:spPr>
      </p:sp>
      <p:sp>
        <p:nvSpPr>
          <p:cNvPr id="7" name="Text 5"/>
          <p:cNvSpPr/>
          <p:nvPr/>
        </p:nvSpPr>
        <p:spPr>
          <a:xfrm>
            <a:off x="731520" y="2651760"/>
            <a:ext cx="5486400" cy="365760"/>
          </a:xfrm>
          <a:prstGeom prst="rect">
            <a:avLst/>
          </a:prstGeom>
          <a:noFill/>
          <a:ln/>
        </p:spPr>
        <p:txBody>
          <a:bodyPr wrap="square" lIns="0" tIns="0" rIns="0" bIns="0" rtlCol="0" anchor="ctr"/>
          <a:lstStyle/>
          <a:p>
            <a:pPr marL="0" indent="0" algn="l">
              <a:buNone/>
            </a:pPr>
            <a:r>
              <a:rPr lang="en-US" sz="1300" i="1">
                <a:solidFill>
                  <a:srgbClr val="94A3B8"/>
                </a:solidFill>
                <a:latin typeface="Calibri" pitchFamily="34" charset="0"/>
                <a:ea typeface="Calibri" pitchFamily="34" charset="-122"/>
                <a:cs typeface="Calibri" pitchFamily="34" charset="-120"/>
              </a:rPr>
              <a:t>Applied Machine Learning Project</a:t>
            </a:r>
            <a:endParaRPr lang="en-US" sz="1300"/>
          </a:p>
        </p:txBody>
      </p:sp>
      <p:sp>
        <p:nvSpPr>
          <p:cNvPr id="8" name="Text 6"/>
          <p:cNvSpPr/>
          <p:nvPr/>
        </p:nvSpPr>
        <p:spPr>
          <a:xfrm>
            <a:off x="731520" y="3383280"/>
            <a:ext cx="4572000" cy="1280160"/>
          </a:xfrm>
          <a:prstGeom prst="rect">
            <a:avLst/>
          </a:prstGeom>
          <a:noFill/>
          <a:ln/>
        </p:spPr>
        <p:txBody>
          <a:bodyPr wrap="square" lIns="0" tIns="0" rIns="0" bIns="0" rtlCol="0" anchor="ctr"/>
          <a:lstStyle/>
          <a:p>
            <a:pPr marL="0" indent="0">
              <a:lnSpc>
                <a:spcPct val="150000"/>
              </a:lnSpc>
              <a:buNone/>
            </a:pPr>
            <a:r>
              <a:rPr lang="en-US" sz="1400">
                <a:solidFill>
                  <a:srgbClr val="94A3B8"/>
                </a:solidFill>
                <a:latin typeface="Calibri" pitchFamily="34" charset="0"/>
                <a:ea typeface="Calibri" pitchFamily="34" charset="-122"/>
                <a:cs typeface="Calibri" pitchFamily="34" charset="-120"/>
              </a:rPr>
              <a:t>Ashish Rajeev Chaudhary</a:t>
            </a:r>
            <a:endParaRPr lang="en-US" sz="1400"/>
          </a:p>
          <a:p>
            <a:pPr marL="0" indent="0">
              <a:lnSpc>
                <a:spcPct val="150000"/>
              </a:lnSpc>
              <a:buNone/>
            </a:pPr>
            <a:r>
              <a:rPr lang="en-US" sz="1400">
                <a:solidFill>
                  <a:srgbClr val="94A3B8"/>
                </a:solidFill>
                <a:latin typeface="Calibri" pitchFamily="34" charset="0"/>
                <a:ea typeface="Calibri" pitchFamily="34" charset="-122"/>
                <a:cs typeface="Calibri" pitchFamily="34" charset="-120"/>
              </a:rPr>
              <a:t>Hazem Ani</a:t>
            </a:r>
            <a:endParaRPr lang="en-US" sz="1400"/>
          </a:p>
          <a:p>
            <a:pPr marL="0" indent="0">
              <a:lnSpc>
                <a:spcPct val="150000"/>
              </a:lnSpc>
              <a:buNone/>
            </a:pPr>
            <a:r>
              <a:rPr lang="en-US" sz="1400">
                <a:solidFill>
                  <a:srgbClr val="94A3B8"/>
                </a:solidFill>
                <a:latin typeface="Calibri" pitchFamily="34" charset="0"/>
                <a:ea typeface="Calibri" pitchFamily="34" charset="-122"/>
                <a:cs typeface="Calibri" pitchFamily="34" charset="-120"/>
              </a:rPr>
              <a:t>Kasem Chaisathitwanit</a:t>
            </a:r>
            <a:endParaRPr lang="en-US" sz="1400"/>
          </a:p>
          <a:p>
            <a:pPr marL="0" indent="0">
              <a:lnSpc>
                <a:spcPct val="150000"/>
              </a:lnSpc>
              <a:buNone/>
            </a:pPr>
            <a:r>
              <a:rPr lang="en-US" sz="1400">
                <a:solidFill>
                  <a:srgbClr val="94A3B8"/>
                </a:solidFill>
                <a:latin typeface="Calibri" pitchFamily="34" charset="0"/>
                <a:ea typeface="Calibri" pitchFamily="34" charset="-122"/>
                <a:cs typeface="Calibri" pitchFamily="34" charset="-120"/>
              </a:rPr>
              <a:t>Prerna Bharti</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Problem &amp; Stakeholder</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2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457200" y="1188720"/>
            <a:ext cx="3840480" cy="3200400"/>
          </a:xfrm>
          <a:prstGeom prst="rect">
            <a:avLst/>
          </a:prstGeom>
          <a:solidFill>
            <a:srgbClr val="FFFFFF"/>
          </a:solidFill>
          <a:ln/>
          <a:effectLst>
            <a:outerShdw blurRad="101600" dist="25400" dir="8100000" algn="bl" rotWithShape="0">
              <a:srgbClr val="000000">
                <a:alpha val="10000"/>
              </a:srgbClr>
            </a:outerShdw>
          </a:effectLst>
        </p:spPr>
      </p:sp>
      <p:sp>
        <p:nvSpPr>
          <p:cNvPr id="9" name="Shape 6"/>
          <p:cNvSpPr/>
          <p:nvPr/>
        </p:nvSpPr>
        <p:spPr>
          <a:xfrm>
            <a:off x="457200" y="1188720"/>
            <a:ext cx="3840480" cy="54864"/>
          </a:xfrm>
          <a:prstGeom prst="rect">
            <a:avLst/>
          </a:prstGeom>
          <a:solidFill>
            <a:srgbClr val="0D7C8F"/>
          </a:solidFill>
          <a:ln/>
        </p:spPr>
      </p:sp>
      <p:sp>
        <p:nvSpPr>
          <p:cNvPr id="10" name="Text 7"/>
          <p:cNvSpPr/>
          <p:nvPr/>
        </p:nvSpPr>
        <p:spPr>
          <a:xfrm>
            <a:off x="731520" y="1463040"/>
            <a:ext cx="3291840" cy="365760"/>
          </a:xfrm>
          <a:prstGeom prst="rect">
            <a:avLst/>
          </a:prstGeom>
          <a:noFill/>
          <a:ln/>
        </p:spPr>
        <p:txBody>
          <a:bodyPr wrap="square" lIns="0" tIns="0" rIns="0" bIns="0" rtlCol="0" anchor="ctr"/>
          <a:lstStyle/>
          <a:p>
            <a:pPr marL="0" indent="0" algn="l">
              <a:buNone/>
            </a:pPr>
            <a:r>
              <a:rPr lang="en-US" sz="1600" b="1">
                <a:solidFill>
                  <a:srgbClr val="1A3A6B"/>
                </a:solidFill>
                <a:latin typeface="Trebuchet MS" pitchFamily="34" charset="0"/>
                <a:ea typeface="Trebuchet MS" pitchFamily="34" charset="-122"/>
                <a:cs typeface="Trebuchet MS" pitchFamily="34" charset="-120"/>
              </a:rPr>
              <a:t>Domain Problem</a:t>
            </a:r>
            <a:endParaRPr lang="en-US" sz="1600"/>
          </a:p>
        </p:txBody>
      </p:sp>
      <p:sp>
        <p:nvSpPr>
          <p:cNvPr id="11" name="Text 8"/>
          <p:cNvSpPr/>
          <p:nvPr/>
        </p:nvSpPr>
        <p:spPr>
          <a:xfrm>
            <a:off x="731520" y="2029539"/>
            <a:ext cx="3291840" cy="2011680"/>
          </a:xfrm>
          <a:prstGeom prst="rect">
            <a:avLst/>
          </a:prstGeom>
          <a:noFill/>
          <a:ln/>
        </p:spPr>
        <p:txBody>
          <a:bodyPr wrap="square" lIns="0" tIns="0" rIns="0" bIns="0" rtlCol="0" anchor="t"/>
          <a:lstStyle/>
          <a:p>
            <a:pPr marL="171450" indent="-171450">
              <a:buFont typeface="Wingdings"/>
              <a:buChar char="§"/>
            </a:pPr>
            <a:r>
              <a:rPr lang="en-US" sz="1100">
                <a:solidFill>
                  <a:srgbClr val="303E51"/>
                </a:solidFill>
                <a:ea typeface="Calibri"/>
                <a:cs typeface="Calibri"/>
              </a:rPr>
              <a:t>Lenders must decide which applicants to approve while balancing profitability and credit access</a:t>
            </a:r>
          </a:p>
          <a:p>
            <a:pPr marL="171450" indent="-171450">
              <a:buFont typeface="Wingdings"/>
              <a:buChar char="§"/>
            </a:pPr>
            <a:endParaRPr lang="en-US" sz="1100">
              <a:solidFill>
                <a:srgbClr val="334155"/>
              </a:solidFill>
              <a:ea typeface="Calibri"/>
              <a:cs typeface="Calibri"/>
            </a:endParaRPr>
          </a:p>
          <a:p>
            <a:pPr marL="171450" indent="-171450">
              <a:buFont typeface="Wingdings"/>
              <a:buChar char="§"/>
            </a:pPr>
            <a:r>
              <a:rPr lang="en-US" sz="1100">
                <a:solidFill>
                  <a:srgbClr val="334155"/>
                </a:solidFill>
                <a:ea typeface="Calibri"/>
                <a:cs typeface="Calibri"/>
              </a:rPr>
              <a:t>Traditional models treat lending as approve/deny, ignoring how a loan structure affects outcomes</a:t>
            </a:r>
          </a:p>
          <a:p>
            <a:pPr marL="171450" indent="-171450">
              <a:buFont typeface="Wingdings"/>
              <a:buChar char="§"/>
            </a:pPr>
            <a:endParaRPr lang="en-US" sz="1100">
              <a:solidFill>
                <a:srgbClr val="334155"/>
              </a:solidFill>
              <a:ea typeface="Calibri"/>
              <a:cs typeface="Calibri"/>
            </a:endParaRPr>
          </a:p>
          <a:p>
            <a:pPr marL="171450" indent="-171450">
              <a:buFont typeface="Wingdings"/>
              <a:buChar char="§"/>
            </a:pPr>
            <a:r>
              <a:rPr lang="en-US" sz="1100">
                <a:solidFill>
                  <a:srgbClr val="334155"/>
                </a:solidFill>
                <a:ea typeface="Calibri"/>
                <a:cs typeface="Calibri"/>
              </a:rPr>
              <a:t>Our approach goes beyond default prediction to estimate expected financial value across loan profiles</a:t>
            </a:r>
          </a:p>
          <a:p>
            <a:pPr marL="171450" indent="-171450">
              <a:buFont typeface="Wingdings"/>
              <a:buChar char="§"/>
            </a:pPr>
            <a:endParaRPr lang="en-US" sz="1100">
              <a:solidFill>
                <a:srgbClr val="334155"/>
              </a:solidFill>
              <a:ea typeface="Calibri"/>
              <a:cs typeface="Calibri"/>
            </a:endParaRPr>
          </a:p>
          <a:p>
            <a:pPr marL="171450" indent="-171450">
              <a:buFont typeface="Wingdings"/>
              <a:buChar char="§"/>
            </a:pPr>
            <a:r>
              <a:rPr lang="en-US" sz="1100">
                <a:solidFill>
                  <a:srgbClr val="334155"/>
                </a:solidFill>
                <a:ea typeface="Calibri"/>
                <a:cs typeface="Calibri"/>
              </a:rPr>
              <a:t>Scope evolved from pure prediction to a risk-adjusted decision framework for actionable recommendations</a:t>
            </a:r>
          </a:p>
          <a:p>
            <a:pPr marL="285750" indent="-285750">
              <a:buFont typeface="Wingdings" panose="020B0604020202020204" pitchFamily="34" charset="0"/>
              <a:buChar char="§"/>
            </a:pPr>
            <a:endParaRPr lang="en-US" sz="1600">
              <a:solidFill>
                <a:srgbClr val="334155"/>
              </a:solidFill>
              <a:ea typeface="Calibri"/>
              <a:cs typeface="Calibri"/>
            </a:endParaRPr>
          </a:p>
        </p:txBody>
      </p:sp>
      <p:sp>
        <p:nvSpPr>
          <p:cNvPr id="12" name="Shape 9"/>
          <p:cNvSpPr/>
          <p:nvPr/>
        </p:nvSpPr>
        <p:spPr>
          <a:xfrm>
            <a:off x="4846320" y="1188720"/>
            <a:ext cx="3840480" cy="3200400"/>
          </a:xfrm>
          <a:prstGeom prst="rect">
            <a:avLst/>
          </a:prstGeom>
          <a:solidFill>
            <a:srgbClr val="FFFFFF"/>
          </a:solidFill>
          <a:ln/>
          <a:effectLst>
            <a:outerShdw blurRad="101600" dist="25400" dir="8100000" algn="bl" rotWithShape="0">
              <a:srgbClr val="000000">
                <a:alpha val="10000"/>
              </a:srgbClr>
            </a:outerShdw>
          </a:effectLst>
        </p:spPr>
      </p:sp>
      <p:sp>
        <p:nvSpPr>
          <p:cNvPr id="13" name="Shape 10"/>
          <p:cNvSpPr/>
          <p:nvPr/>
        </p:nvSpPr>
        <p:spPr>
          <a:xfrm>
            <a:off x="4846320" y="1188720"/>
            <a:ext cx="3840480" cy="54864"/>
          </a:xfrm>
          <a:prstGeom prst="rect">
            <a:avLst/>
          </a:prstGeom>
          <a:solidFill>
            <a:srgbClr val="14B8A6"/>
          </a:solidFill>
          <a:ln/>
        </p:spPr>
      </p:sp>
      <p:sp>
        <p:nvSpPr>
          <p:cNvPr id="14" name="Text 11"/>
          <p:cNvSpPr/>
          <p:nvPr/>
        </p:nvSpPr>
        <p:spPr>
          <a:xfrm>
            <a:off x="5120640" y="1463040"/>
            <a:ext cx="3291840" cy="365760"/>
          </a:xfrm>
          <a:prstGeom prst="rect">
            <a:avLst/>
          </a:prstGeom>
          <a:noFill/>
          <a:ln/>
        </p:spPr>
        <p:txBody>
          <a:bodyPr wrap="square" lIns="0" tIns="0" rIns="0" bIns="0" rtlCol="0" anchor="ctr"/>
          <a:lstStyle/>
          <a:p>
            <a:pPr marL="0" indent="0" algn="l">
              <a:buNone/>
            </a:pPr>
            <a:r>
              <a:rPr lang="en-US" sz="1600" b="1">
                <a:solidFill>
                  <a:srgbClr val="1A3A6B"/>
                </a:solidFill>
                <a:latin typeface="Trebuchet MS" pitchFamily="34" charset="0"/>
                <a:ea typeface="Trebuchet MS" pitchFamily="34" charset="-122"/>
                <a:cs typeface="Trebuchet MS" pitchFamily="34" charset="-120"/>
              </a:rPr>
              <a:t>Primary Stakeholder</a:t>
            </a:r>
            <a:endParaRPr lang="en-US" sz="1600"/>
          </a:p>
        </p:txBody>
      </p:sp>
      <p:sp>
        <p:nvSpPr>
          <p:cNvPr id="15" name="Text 12"/>
          <p:cNvSpPr/>
          <p:nvPr/>
        </p:nvSpPr>
        <p:spPr>
          <a:xfrm>
            <a:off x="5120640" y="2011680"/>
            <a:ext cx="3291840" cy="2011680"/>
          </a:xfrm>
          <a:prstGeom prst="rect">
            <a:avLst/>
          </a:prstGeom>
          <a:noFill/>
          <a:ln/>
        </p:spPr>
        <p:txBody>
          <a:bodyPr wrap="square" lIns="0" tIns="0" rIns="0" bIns="0" rtlCol="0" anchor="t"/>
          <a:lstStyle/>
          <a:p>
            <a:pPr marL="0" indent="0" algn="l">
              <a:buNone/>
            </a:pPr>
            <a:r>
              <a:rPr lang="en-US" sz="1200" b="1" kern="1200">
                <a:solidFill>
                  <a:srgbClr val="1A3A6B"/>
                </a:solidFill>
                <a:latin typeface="Trebuchet MS"/>
                <a:ea typeface="Trebuchet MS"/>
                <a:cs typeface="Trebuchet MS"/>
              </a:rPr>
              <a:t>Mid-size financial institution</a:t>
            </a:r>
          </a:p>
          <a:p>
            <a:endParaRPr lang="en-US" sz="1100">
              <a:latin typeface="Calibri"/>
              <a:ea typeface="Calibri"/>
              <a:cs typeface="Calibri"/>
            </a:endParaRPr>
          </a:p>
          <a:p>
            <a:pPr marL="171450" indent="-171450">
              <a:buFont typeface="Wingdings"/>
              <a:buChar char="§"/>
            </a:pPr>
            <a:r>
              <a:rPr lang="en-US" sz="1100">
                <a:solidFill>
                  <a:srgbClr val="334155"/>
                </a:solidFill>
                <a:ea typeface="Calibri" panose="020F0502020204030204"/>
                <a:cs typeface="Calibri" panose="020F0502020204030204"/>
              </a:rPr>
              <a:t>Wants to responsibly expand credit access to borrowers with limited histories or lower scores</a:t>
            </a:r>
          </a:p>
          <a:p>
            <a:pPr marL="171450" indent="-171450">
              <a:buFont typeface="Wingdings"/>
              <a:buChar char="§"/>
            </a:pPr>
            <a:endParaRPr lang="en-US" sz="1100">
              <a:solidFill>
                <a:srgbClr val="334155"/>
              </a:solidFill>
              <a:ea typeface="Calibri" panose="020F0502020204030204"/>
              <a:cs typeface="Calibri" panose="020F0502020204030204"/>
            </a:endParaRPr>
          </a:p>
          <a:p>
            <a:pPr marL="171450" indent="-171450">
              <a:buFont typeface="Wingdings"/>
              <a:buChar char="§"/>
            </a:pPr>
            <a:r>
              <a:rPr lang="en-US" sz="1100">
                <a:solidFill>
                  <a:srgbClr val="334155"/>
                </a:solidFill>
                <a:ea typeface="Calibri" panose="020F0502020204030204"/>
                <a:cs typeface="Calibri" panose="020F0502020204030204"/>
              </a:rPr>
              <a:t>Needs to protect financial stability while serving underserved populations</a:t>
            </a:r>
          </a:p>
          <a:p>
            <a:pPr marL="171450" indent="-171450">
              <a:buFont typeface="Wingdings"/>
              <a:buChar char="§"/>
            </a:pPr>
            <a:endParaRPr lang="en-US" sz="1100">
              <a:solidFill>
                <a:srgbClr val="334155"/>
              </a:solidFill>
              <a:ea typeface="Calibri" panose="020F0502020204030204"/>
              <a:cs typeface="Calibri" panose="020F0502020204030204"/>
            </a:endParaRPr>
          </a:p>
          <a:p>
            <a:pPr marL="171450" indent="-171450">
              <a:buFont typeface="Wingdings"/>
              <a:buChar char="§"/>
            </a:pPr>
            <a:r>
              <a:rPr lang="en-US" sz="1100">
                <a:solidFill>
                  <a:srgbClr val="334155"/>
                </a:solidFill>
                <a:ea typeface="Calibri" panose="020F0502020204030204"/>
                <a:cs typeface="Calibri" panose="020F0502020204030204"/>
              </a:rPr>
              <a:t>Seeks a practical tool to identify loan structures with positive expected value at a given risk tolerance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Envisioned Solution</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3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457200" y="1202114"/>
            <a:ext cx="8229600" cy="3490615"/>
          </a:xfrm>
          <a:prstGeom prst="rect">
            <a:avLst/>
          </a:prstGeom>
          <a:solidFill>
            <a:srgbClr val="FFFFFF"/>
          </a:solidFill>
          <a:ln/>
          <a:effectLst>
            <a:outerShdw blurRad="101600" dist="25400" dir="8100000" algn="bl" rotWithShape="0">
              <a:srgbClr val="000000">
                <a:alpha val="10000"/>
              </a:srgbClr>
            </a:outerShdw>
          </a:effectLst>
        </p:spPr>
      </p:sp>
      <p:sp>
        <p:nvSpPr>
          <p:cNvPr id="9" name="Shape 6"/>
          <p:cNvSpPr/>
          <p:nvPr/>
        </p:nvSpPr>
        <p:spPr>
          <a:xfrm>
            <a:off x="457200" y="1188720"/>
            <a:ext cx="8229600" cy="54864"/>
          </a:xfrm>
          <a:prstGeom prst="rect">
            <a:avLst/>
          </a:prstGeom>
          <a:solidFill>
            <a:srgbClr val="0D7C8F"/>
          </a:solidFill>
          <a:ln/>
        </p:spPr>
      </p:sp>
      <p:sp>
        <p:nvSpPr>
          <p:cNvPr id="10" name="Text 7"/>
          <p:cNvSpPr/>
          <p:nvPr/>
        </p:nvSpPr>
        <p:spPr>
          <a:xfrm>
            <a:off x="731520" y="1463040"/>
            <a:ext cx="7680960" cy="365760"/>
          </a:xfrm>
          <a:prstGeom prst="rect">
            <a:avLst/>
          </a:prstGeom>
          <a:noFill/>
          <a:ln/>
        </p:spPr>
        <p:txBody>
          <a:bodyPr wrap="square" lIns="0" tIns="0" rIns="0" bIns="0" rtlCol="0" anchor="ctr"/>
          <a:lstStyle/>
          <a:p>
            <a:r>
              <a:rPr lang="en-US" sz="1600" b="1">
                <a:solidFill>
                  <a:srgbClr val="1A3A6B"/>
                </a:solidFill>
                <a:latin typeface="Trebuchet MS"/>
                <a:ea typeface="+mn-lt"/>
                <a:cs typeface="+mn-lt"/>
              </a:rPr>
              <a:t>Three-Stage Pipeline</a:t>
            </a:r>
            <a:endParaRPr lang="en-US"/>
          </a:p>
        </p:txBody>
      </p:sp>
      <p:sp>
        <p:nvSpPr>
          <p:cNvPr id="11" name="Text 8"/>
          <p:cNvSpPr/>
          <p:nvPr/>
        </p:nvSpPr>
        <p:spPr>
          <a:xfrm>
            <a:off x="731520" y="2011680"/>
            <a:ext cx="7680960" cy="1436785"/>
          </a:xfrm>
          <a:prstGeom prst="rect">
            <a:avLst/>
          </a:prstGeom>
          <a:noFill/>
          <a:ln/>
        </p:spPr>
        <p:txBody>
          <a:bodyPr wrap="square" lIns="0" tIns="0" rIns="0" bIns="0" rtlCol="0" anchor="t"/>
          <a:lstStyle/>
          <a:p>
            <a:pPr marL="0" indent="0" algn="l">
              <a:buNone/>
            </a:pPr>
            <a:r>
              <a:rPr lang="en-US" sz="1100" b="1" kern="1200">
                <a:solidFill>
                  <a:srgbClr val="0D7C8F"/>
                </a:solidFill>
                <a:latin typeface="Trebuchet MS"/>
                <a:ea typeface="Trebuchet MS"/>
                <a:cs typeface="Trebuchet MS"/>
              </a:rPr>
              <a:t>1.  Default Probability Model</a:t>
            </a:r>
          </a:p>
          <a:p>
            <a:r>
              <a:rPr lang="en-US" sz="1100" b="1">
                <a:solidFill>
                  <a:srgbClr val="0D7C8F"/>
                </a:solidFill>
                <a:latin typeface="Calibri"/>
                <a:ea typeface="Calibri"/>
                <a:cs typeface="Calibri"/>
              </a:rPr>
              <a:t> </a:t>
            </a:r>
            <a:r>
              <a:rPr lang="en-US" sz="1100">
                <a:solidFill>
                  <a:srgbClr val="334155"/>
                </a:solidFill>
                <a:latin typeface="Calibri"/>
                <a:ea typeface="Calibri"/>
                <a:cs typeface="Calibri"/>
              </a:rPr>
              <a:t>Train logistic regression and </a:t>
            </a:r>
            <a:r>
              <a:rPr lang="en-US" sz="1100" err="1">
                <a:solidFill>
                  <a:srgbClr val="334155"/>
                </a:solidFill>
                <a:latin typeface="Calibri"/>
                <a:ea typeface="Calibri"/>
                <a:cs typeface="Calibri"/>
              </a:rPr>
              <a:t>XGBoost</a:t>
            </a:r>
            <a:r>
              <a:rPr lang="en-US" sz="1100">
                <a:solidFill>
                  <a:srgbClr val="334155"/>
                </a:solidFill>
                <a:latin typeface="Calibri"/>
                <a:ea typeface="Calibri"/>
                <a:cs typeface="Calibri"/>
              </a:rPr>
              <a:t> on Lending Club data; calibrate probabilities with Platt scaling</a:t>
            </a:r>
          </a:p>
          <a:p>
            <a:endParaRPr lang="en-US" sz="1100">
              <a:solidFill>
                <a:srgbClr val="334155"/>
              </a:solidFill>
              <a:latin typeface="Calibri"/>
              <a:ea typeface="Calibri"/>
              <a:cs typeface="Calibri"/>
            </a:endParaRPr>
          </a:p>
          <a:p>
            <a:r>
              <a:rPr lang="en-US" sz="1100" b="1">
                <a:solidFill>
                  <a:srgbClr val="0D7C8F"/>
                </a:solidFill>
                <a:latin typeface="Trebuchet MS"/>
                <a:ea typeface="Calibri"/>
                <a:cs typeface="Calibri"/>
              </a:rPr>
              <a:t>2. Expected Profit Framework</a:t>
            </a:r>
          </a:p>
          <a:p>
            <a:r>
              <a:rPr lang="en-US" sz="1100" b="1">
                <a:solidFill>
                  <a:srgbClr val="0D7C8F"/>
                </a:solidFill>
                <a:latin typeface="Trebuchet MS"/>
                <a:ea typeface="Calibri"/>
                <a:cs typeface="Calibri"/>
              </a:rPr>
              <a:t> </a:t>
            </a:r>
            <a:r>
              <a:rPr lang="en-US" sz="1100">
                <a:solidFill>
                  <a:srgbClr val="334155"/>
                </a:solidFill>
                <a:latin typeface="Calibri"/>
                <a:ea typeface="Calibri"/>
                <a:cs typeface="Calibri"/>
              </a:rPr>
              <a:t>Compute Loss Given Default per sub-grade; Calculate expected revenue, loss, and profit for each borrower</a:t>
            </a:r>
            <a:endParaRPr lang="en-US" sz="1100">
              <a:solidFill>
                <a:srgbClr val="000000"/>
              </a:solidFill>
              <a:latin typeface="Calibri"/>
              <a:ea typeface="Calibri"/>
              <a:cs typeface="Calibri"/>
            </a:endParaRPr>
          </a:p>
          <a:p>
            <a:endParaRPr lang="en-US" sz="1100">
              <a:solidFill>
                <a:srgbClr val="334155"/>
              </a:solidFill>
              <a:latin typeface="Calibri"/>
              <a:ea typeface="Calibri"/>
              <a:cs typeface="Calibri"/>
            </a:endParaRPr>
          </a:p>
          <a:p>
            <a:r>
              <a:rPr lang="en-US" sz="1100" b="1">
                <a:solidFill>
                  <a:srgbClr val="0D7C8F"/>
                </a:solidFill>
                <a:latin typeface="Trebuchet MS"/>
                <a:ea typeface="Calibri"/>
                <a:cs typeface="Calibri"/>
              </a:rPr>
              <a:t>3. Loan Size Optimization &amp; Policy Simulation</a:t>
            </a:r>
          </a:p>
          <a:p>
            <a:r>
              <a:rPr lang="en-US" sz="1100" b="1">
                <a:solidFill>
                  <a:srgbClr val="0D7C8F"/>
                </a:solidFill>
                <a:latin typeface="Trebuchet MS"/>
                <a:ea typeface="Calibri"/>
                <a:cs typeface="Calibri"/>
              </a:rPr>
              <a:t> </a:t>
            </a:r>
            <a:r>
              <a:rPr lang="en-US" sz="1100">
                <a:solidFill>
                  <a:srgbClr val="334155"/>
                </a:solidFill>
                <a:latin typeface="Calibri"/>
                <a:ea typeface="Calibri"/>
                <a:cs typeface="Calibri"/>
              </a:rPr>
              <a:t>Simulate a grid of loan amounts; Apply a risk-adjusted objective function to find the profit-maximizing size per borrower</a:t>
            </a:r>
            <a:endParaRPr lang="en-US" sz="1100">
              <a:solidFill>
                <a:srgbClr val="000000"/>
              </a:solidFill>
              <a:latin typeface="Calibri"/>
              <a:ea typeface="Calibri"/>
              <a:cs typeface="Calibri"/>
            </a:endParaRPr>
          </a:p>
          <a:p>
            <a:endParaRPr lang="en-US" sz="1100">
              <a:solidFill>
                <a:srgbClr val="334155"/>
              </a:solidFill>
              <a:latin typeface="Calibri"/>
              <a:ea typeface="Calibri"/>
              <a:cs typeface="Calibri"/>
            </a:endParaRPr>
          </a:p>
        </p:txBody>
      </p:sp>
      <p:sp>
        <p:nvSpPr>
          <p:cNvPr id="12" name="Text 9"/>
          <p:cNvSpPr/>
          <p:nvPr/>
        </p:nvSpPr>
        <p:spPr>
          <a:xfrm>
            <a:off x="735985" y="3441680"/>
            <a:ext cx="7680960" cy="365760"/>
          </a:xfrm>
          <a:prstGeom prst="rect">
            <a:avLst/>
          </a:prstGeom>
          <a:noFill/>
          <a:ln/>
        </p:spPr>
        <p:txBody>
          <a:bodyPr wrap="square" lIns="0" tIns="0" rIns="0" bIns="0" rtlCol="0" anchor="ctr"/>
          <a:lstStyle/>
          <a:p>
            <a:r>
              <a:rPr lang="en-US" sz="1600" b="1">
                <a:solidFill>
                  <a:srgbClr val="1A3A6B"/>
                </a:solidFill>
                <a:latin typeface="Trebuchet MS"/>
              </a:rPr>
              <a:t>What This Enables</a:t>
            </a:r>
            <a:endParaRPr lang="en-US"/>
          </a:p>
        </p:txBody>
      </p:sp>
      <p:sp>
        <p:nvSpPr>
          <p:cNvPr id="13" name="Text 10"/>
          <p:cNvSpPr/>
          <p:nvPr/>
        </p:nvSpPr>
        <p:spPr>
          <a:xfrm>
            <a:off x="735985" y="3885485"/>
            <a:ext cx="7680960" cy="731520"/>
          </a:xfrm>
          <a:prstGeom prst="rect">
            <a:avLst/>
          </a:prstGeom>
          <a:noFill/>
          <a:ln/>
        </p:spPr>
        <p:txBody>
          <a:bodyPr wrap="square" lIns="0" tIns="0" rIns="0" bIns="0" rtlCol="0" anchor="t"/>
          <a:lstStyle/>
          <a:p>
            <a:pPr marL="285750" indent="-285750">
              <a:buFont typeface="Wingdings"/>
              <a:buChar char="§"/>
            </a:pPr>
            <a:r>
              <a:rPr lang="en-US" sz="1100">
                <a:solidFill>
                  <a:srgbClr val="334155"/>
                </a:solidFill>
                <a:ea typeface="Calibri"/>
                <a:cs typeface="Calibri"/>
              </a:rPr>
              <a:t>Recommends how much to lend, not just whether to lend, connecting ML predictions to dollar-level decisions</a:t>
            </a:r>
          </a:p>
          <a:p>
            <a:pPr marL="285750" indent="-285750">
              <a:buFont typeface="Wingdings"/>
              <a:buChar char="§"/>
            </a:pPr>
            <a:endParaRPr lang="en-US" sz="1100">
              <a:solidFill>
                <a:srgbClr val="334155"/>
              </a:solidFill>
              <a:ea typeface="Calibri"/>
              <a:cs typeface="Calibri"/>
            </a:endParaRPr>
          </a:p>
          <a:p>
            <a:pPr marL="285750" indent="-285750">
              <a:buFont typeface="Wingdings"/>
              <a:buChar char="§"/>
            </a:pPr>
            <a:r>
              <a:rPr lang="en-US" sz="1100">
                <a:solidFill>
                  <a:srgbClr val="334155"/>
                </a:solidFill>
                <a:ea typeface="Calibri"/>
                <a:cs typeface="Calibri"/>
              </a:rPr>
              <a:t>Evaluates policy impact on underserved borrowers (high DTI, limited history) to test whether optimized sizing improves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Data</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4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457200" y="1188720"/>
            <a:ext cx="2606040" cy="1188720"/>
          </a:xfrm>
          <a:prstGeom prst="rect">
            <a:avLst/>
          </a:prstGeom>
          <a:solidFill>
            <a:srgbClr val="FFFFFF"/>
          </a:solidFill>
          <a:ln/>
          <a:effectLst>
            <a:outerShdw blurRad="101600" dist="25400" dir="8100000" algn="bl" rotWithShape="0">
              <a:srgbClr val="000000">
                <a:alpha val="10000"/>
              </a:srgbClr>
            </a:outerShdw>
          </a:effectLst>
        </p:spPr>
      </p:sp>
      <p:sp>
        <p:nvSpPr>
          <p:cNvPr id="9" name="Text 6"/>
          <p:cNvSpPr/>
          <p:nvPr/>
        </p:nvSpPr>
        <p:spPr>
          <a:xfrm>
            <a:off x="457200" y="1280160"/>
            <a:ext cx="2606040" cy="548640"/>
          </a:xfrm>
          <a:prstGeom prst="rect">
            <a:avLst/>
          </a:prstGeom>
          <a:noFill/>
          <a:ln/>
        </p:spPr>
        <p:txBody>
          <a:bodyPr wrap="square" lIns="0" tIns="0" rIns="0" bIns="0" rtlCol="0" anchor="ctr"/>
          <a:lstStyle/>
          <a:p>
            <a:pPr algn="ctr"/>
            <a:r>
              <a:rPr lang="en-US" sz="2400" b="1">
                <a:solidFill>
                  <a:srgbClr val="0D7C8F"/>
                </a:solidFill>
                <a:latin typeface="Trebuchet MS"/>
              </a:rPr>
              <a:t>2.26 M</a:t>
            </a:r>
            <a:endParaRPr lang="en-US"/>
          </a:p>
        </p:txBody>
      </p:sp>
      <p:sp>
        <p:nvSpPr>
          <p:cNvPr id="10" name="Text 7"/>
          <p:cNvSpPr/>
          <p:nvPr/>
        </p:nvSpPr>
        <p:spPr>
          <a:xfrm>
            <a:off x="457200" y="1874520"/>
            <a:ext cx="2606040" cy="36576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Records</a:t>
            </a:r>
            <a:endParaRPr lang="en-US" sz="1100"/>
          </a:p>
        </p:txBody>
      </p:sp>
      <p:sp>
        <p:nvSpPr>
          <p:cNvPr id="11" name="Shape 8"/>
          <p:cNvSpPr/>
          <p:nvPr/>
        </p:nvSpPr>
        <p:spPr>
          <a:xfrm>
            <a:off x="3337560" y="1188720"/>
            <a:ext cx="2606040" cy="1188720"/>
          </a:xfrm>
          <a:prstGeom prst="rect">
            <a:avLst/>
          </a:prstGeom>
          <a:solidFill>
            <a:srgbClr val="FFFFFF"/>
          </a:solidFill>
          <a:ln/>
          <a:effectLst>
            <a:outerShdw blurRad="101600" dist="25400" dir="8100000" algn="bl" rotWithShape="0">
              <a:srgbClr val="000000">
                <a:alpha val="10000"/>
              </a:srgbClr>
            </a:outerShdw>
          </a:effectLst>
        </p:spPr>
      </p:sp>
      <p:sp>
        <p:nvSpPr>
          <p:cNvPr id="12" name="Text 9"/>
          <p:cNvSpPr/>
          <p:nvPr/>
        </p:nvSpPr>
        <p:spPr>
          <a:xfrm>
            <a:off x="3337560" y="1280160"/>
            <a:ext cx="2606040" cy="548640"/>
          </a:xfrm>
          <a:prstGeom prst="rect">
            <a:avLst/>
          </a:prstGeom>
          <a:noFill/>
          <a:ln/>
        </p:spPr>
        <p:txBody>
          <a:bodyPr wrap="square" lIns="0" tIns="0" rIns="0" bIns="0" rtlCol="0" anchor="ctr"/>
          <a:lstStyle/>
          <a:p>
            <a:pPr marL="0" indent="0" algn="ctr">
              <a:buNone/>
            </a:pPr>
            <a:r>
              <a:rPr lang="en-US" sz="2400" b="1">
                <a:solidFill>
                  <a:srgbClr val="0D7C8F"/>
                </a:solidFill>
                <a:latin typeface="Trebuchet MS"/>
              </a:rPr>
              <a:t>145</a:t>
            </a:r>
            <a:endParaRPr lang="en-US"/>
          </a:p>
        </p:txBody>
      </p:sp>
      <p:sp>
        <p:nvSpPr>
          <p:cNvPr id="13" name="Text 10"/>
          <p:cNvSpPr/>
          <p:nvPr/>
        </p:nvSpPr>
        <p:spPr>
          <a:xfrm>
            <a:off x="3337560" y="1874520"/>
            <a:ext cx="2606040" cy="36576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Features</a:t>
            </a:r>
            <a:endParaRPr lang="en-US" sz="1100"/>
          </a:p>
        </p:txBody>
      </p:sp>
      <p:sp>
        <p:nvSpPr>
          <p:cNvPr id="14" name="Shape 11"/>
          <p:cNvSpPr/>
          <p:nvPr/>
        </p:nvSpPr>
        <p:spPr>
          <a:xfrm>
            <a:off x="6217920" y="1188720"/>
            <a:ext cx="2606040" cy="1188720"/>
          </a:xfrm>
          <a:prstGeom prst="rect">
            <a:avLst/>
          </a:prstGeom>
          <a:solidFill>
            <a:srgbClr val="FFFFFF"/>
          </a:solidFill>
          <a:ln/>
          <a:effectLst>
            <a:outerShdw blurRad="101600" dist="25400" dir="8100000" algn="bl" rotWithShape="0">
              <a:srgbClr val="000000">
                <a:alpha val="10000"/>
              </a:srgbClr>
            </a:outerShdw>
          </a:effectLst>
        </p:spPr>
      </p:sp>
      <p:sp>
        <p:nvSpPr>
          <p:cNvPr id="15" name="Text 12"/>
          <p:cNvSpPr/>
          <p:nvPr/>
        </p:nvSpPr>
        <p:spPr>
          <a:xfrm>
            <a:off x="6217920" y="1280160"/>
            <a:ext cx="2606040" cy="548640"/>
          </a:xfrm>
          <a:prstGeom prst="rect">
            <a:avLst/>
          </a:prstGeom>
          <a:noFill/>
          <a:ln/>
        </p:spPr>
        <p:txBody>
          <a:bodyPr wrap="square" lIns="0" tIns="0" rIns="0" bIns="0" rtlCol="0" anchor="ctr"/>
          <a:lstStyle/>
          <a:p>
            <a:pPr algn="ctr"/>
            <a:r>
              <a:rPr lang="en-US" sz="2400" b="1">
                <a:solidFill>
                  <a:srgbClr val="0D7C8F"/>
                </a:solidFill>
                <a:latin typeface="Trebuchet MS"/>
              </a:rPr>
              <a:t>loan_status</a:t>
            </a:r>
          </a:p>
        </p:txBody>
      </p:sp>
      <p:sp>
        <p:nvSpPr>
          <p:cNvPr id="16" name="Text 13"/>
          <p:cNvSpPr/>
          <p:nvPr/>
        </p:nvSpPr>
        <p:spPr>
          <a:xfrm>
            <a:off x="6217920" y="1874520"/>
            <a:ext cx="2606040" cy="36576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Target Variable</a:t>
            </a:r>
            <a:endParaRPr lang="en-US" sz="1100"/>
          </a:p>
        </p:txBody>
      </p:sp>
      <p:sp>
        <p:nvSpPr>
          <p:cNvPr id="17" name="Shape 14"/>
          <p:cNvSpPr/>
          <p:nvPr/>
        </p:nvSpPr>
        <p:spPr>
          <a:xfrm>
            <a:off x="457200" y="2469264"/>
            <a:ext cx="8229600" cy="2265829"/>
          </a:xfrm>
          <a:prstGeom prst="rect">
            <a:avLst/>
          </a:prstGeom>
          <a:solidFill>
            <a:srgbClr val="FFFFFF"/>
          </a:solidFill>
          <a:ln/>
          <a:effectLst>
            <a:outerShdw blurRad="101600" dist="25400" dir="8100000" algn="bl" rotWithShape="0">
              <a:srgbClr val="000000">
                <a:alpha val="10000"/>
              </a:srgbClr>
            </a:outerShdw>
          </a:effectLst>
        </p:spPr>
      </p:sp>
      <p:sp>
        <p:nvSpPr>
          <p:cNvPr id="18" name="Text 15"/>
          <p:cNvSpPr/>
          <p:nvPr/>
        </p:nvSpPr>
        <p:spPr>
          <a:xfrm>
            <a:off x="731520" y="2570501"/>
            <a:ext cx="7680960" cy="320040"/>
          </a:xfrm>
          <a:prstGeom prst="rect">
            <a:avLst/>
          </a:prstGeom>
          <a:noFill/>
          <a:ln/>
        </p:spPr>
        <p:txBody>
          <a:bodyPr wrap="square" lIns="0" tIns="0" rIns="0" bIns="0" rtlCol="0" anchor="ctr"/>
          <a:lstStyle/>
          <a:p>
            <a:pPr marL="0" indent="0" algn="l">
              <a:buNone/>
            </a:pPr>
            <a:r>
              <a:rPr lang="en-US" sz="1500" b="1">
                <a:solidFill>
                  <a:srgbClr val="1A3A6B"/>
                </a:solidFill>
                <a:latin typeface="Trebuchet MS" pitchFamily="34" charset="0"/>
                <a:ea typeface="Trebuchet MS" pitchFamily="34" charset="-122"/>
                <a:cs typeface="Trebuchet MS" pitchFamily="34" charset="-120"/>
              </a:rPr>
              <a:t>Data Overview</a:t>
            </a:r>
            <a:endParaRPr lang="en-US" sz="1500"/>
          </a:p>
        </p:txBody>
      </p:sp>
      <p:sp>
        <p:nvSpPr>
          <p:cNvPr id="19" name="Text 16"/>
          <p:cNvSpPr/>
          <p:nvPr/>
        </p:nvSpPr>
        <p:spPr>
          <a:xfrm>
            <a:off x="731520" y="3200400"/>
            <a:ext cx="7680960" cy="1097280"/>
          </a:xfrm>
          <a:prstGeom prst="rect">
            <a:avLst/>
          </a:prstGeom>
          <a:noFill/>
          <a:ln/>
        </p:spPr>
        <p:txBody>
          <a:bodyPr wrap="square" lIns="0" tIns="0" rIns="0" bIns="0" rtlCol="0" anchor="t"/>
          <a:lstStyle/>
          <a:p>
            <a:pPr marL="0" indent="0" algn="l">
              <a:buNone/>
            </a:pPr>
            <a:endParaRPr lang="en-US" sz="1300">
              <a:solidFill>
                <a:srgbClr val="334155"/>
              </a:solidFill>
              <a:ea typeface="Calibri"/>
              <a:cs typeface="Calibri"/>
            </a:endParaRPr>
          </a:p>
        </p:txBody>
      </p:sp>
      <p:sp>
        <p:nvSpPr>
          <p:cNvPr id="21" name="TextBox 20">
            <a:extLst>
              <a:ext uri="{FF2B5EF4-FFF2-40B4-BE49-F238E27FC236}">
                <a16:creationId xmlns:a16="http://schemas.microsoft.com/office/drawing/2014/main" id="{1E114B6B-1D93-0136-14BF-CC431E8ACF31}"/>
              </a:ext>
            </a:extLst>
          </p:cNvPr>
          <p:cNvSpPr txBox="1"/>
          <p:nvPr/>
        </p:nvSpPr>
        <p:spPr>
          <a:xfrm>
            <a:off x="731569" y="2859042"/>
            <a:ext cx="7676145"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Wingdings"/>
              <a:buChar char="§"/>
            </a:pPr>
            <a:r>
              <a:rPr lang="en-US" sz="1100">
                <a:ea typeface="Calibri"/>
                <a:cs typeface="Calibri"/>
              </a:rPr>
              <a:t>Lending Club dataset downloaded from Kaggle, holds historical loan applications with borrowers and loan attributes</a:t>
            </a:r>
          </a:p>
          <a:p>
            <a:pPr marL="628650" lvl="1" indent="-171450">
              <a:buFont typeface="Courier New"/>
              <a:buChar char="o"/>
            </a:pPr>
            <a:endParaRPr lang="en-US" sz="1100" dirty="0">
              <a:ea typeface="Calibri"/>
              <a:cs typeface="Calibri"/>
            </a:endParaRPr>
          </a:p>
          <a:p>
            <a:pPr marL="171450" indent="-171450">
              <a:buFont typeface="Wingdings"/>
              <a:buChar char="§"/>
            </a:pPr>
            <a:r>
              <a:rPr lang="en-US" sz="1100">
                <a:ea typeface="Calibri"/>
                <a:cs typeface="Calibri"/>
              </a:rPr>
              <a:t>Removed columns with &gt;30% missing values and dropped non-predictive / leakage variables (left with 50 variables)</a:t>
            </a:r>
          </a:p>
          <a:p>
            <a:pPr marL="171450" indent="-171450">
              <a:buFont typeface="Wingdings"/>
              <a:buChar char="§"/>
            </a:pPr>
            <a:endParaRPr lang="en-US" sz="1100">
              <a:ea typeface="Calibri"/>
              <a:cs typeface="Calibri"/>
            </a:endParaRPr>
          </a:p>
          <a:p>
            <a:pPr marL="171450" indent="-171450">
              <a:buFont typeface="Wingdings"/>
              <a:buChar char="§"/>
            </a:pPr>
            <a:r>
              <a:rPr lang="en-US" sz="1100">
                <a:ea typeface="Calibri"/>
                <a:cs typeface="Calibri"/>
              </a:rPr>
              <a:t>Encoded categorical variables, imputed missing values (median for numeric, mode for categorical), scaled numerical features</a:t>
            </a:r>
          </a:p>
          <a:p>
            <a:pPr marL="171450" indent="-171450">
              <a:buFont typeface="Wingdings"/>
              <a:buChar char="§"/>
            </a:pPr>
            <a:endParaRPr lang="en-US" sz="1100">
              <a:ea typeface="Calibri"/>
              <a:cs typeface="Calibri"/>
            </a:endParaRPr>
          </a:p>
          <a:p>
            <a:pPr marL="171450" indent="-171450">
              <a:buFont typeface="Wingdings"/>
              <a:buChar char="§"/>
            </a:pPr>
            <a:r>
              <a:rPr lang="en-US" sz="1100">
                <a:ea typeface="Calibri"/>
                <a:cs typeface="Calibri"/>
              </a:rPr>
              <a:t>Addressed class imbalance using class weights; split into training and test</a:t>
            </a:r>
            <a:endParaRPr lang="en-US" sz="1100">
              <a:highlight>
                <a:srgbClr val="FFFFFF"/>
              </a:highlight>
              <a:ea typeface="Calibri"/>
              <a:cs typeface="Calibri"/>
            </a:endParaRPr>
          </a:p>
          <a:p>
            <a:pPr marL="171450" indent="-171450">
              <a:buFont typeface="Wingdings"/>
              <a:buChar char="§"/>
            </a:pPr>
            <a:endParaRPr lang="en-US" sz="1100">
              <a:solidFill>
                <a:srgbClr val="000000"/>
              </a:solidFill>
              <a:ea typeface="+mn-lt"/>
              <a:cs typeface="+mn-lt"/>
            </a:endParaRPr>
          </a:p>
          <a:p>
            <a:pPr marL="171450" indent="-171450">
              <a:buFont typeface="Wingdings"/>
              <a:buChar char="§"/>
            </a:pPr>
            <a:r>
              <a:rPr lang="en-US" sz="1100">
                <a:solidFill>
                  <a:srgbClr val="000000"/>
                </a:solidFill>
                <a:highlight>
                  <a:srgbClr val="FFFFFF"/>
                </a:highlight>
                <a:ea typeface="+mn-lt"/>
                <a:cs typeface="+mn-lt"/>
              </a:rPr>
              <a:t>Engineered 10 new features: 7 financial ratio features (DTI, Income-to-loan, etc.) and 3 profitability metrics (revenue, expected loss, expected profit</a:t>
            </a:r>
            <a:endParaRPr lang="en-US" sz="1100">
              <a:highlight>
                <a:srgbClr val="FFFFFF"/>
              </a:highlight>
              <a:ea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Initial Results</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5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10" name="Shape 7"/>
          <p:cNvSpPr/>
          <p:nvPr/>
        </p:nvSpPr>
        <p:spPr>
          <a:xfrm>
            <a:off x="194144" y="907111"/>
            <a:ext cx="3108960" cy="3796748"/>
          </a:xfrm>
          <a:prstGeom prst="rect">
            <a:avLst/>
          </a:prstGeom>
          <a:solidFill>
            <a:srgbClr val="FFFFFF"/>
          </a:solidFill>
          <a:ln/>
          <a:effectLst>
            <a:outerShdw blurRad="101600" dist="25400" dir="8100000" algn="bl" rotWithShape="0">
              <a:srgbClr val="000000">
                <a:alpha val="10000"/>
              </a:srgbClr>
            </a:outerShdw>
          </a:effectLst>
        </p:spPr>
      </p:sp>
      <p:sp>
        <p:nvSpPr>
          <p:cNvPr id="11" name="Shape 8"/>
          <p:cNvSpPr/>
          <p:nvPr/>
        </p:nvSpPr>
        <p:spPr>
          <a:xfrm>
            <a:off x="194144" y="890546"/>
            <a:ext cx="3108960" cy="54864"/>
          </a:xfrm>
          <a:prstGeom prst="rect">
            <a:avLst/>
          </a:prstGeom>
          <a:solidFill>
            <a:srgbClr val="14B8A6"/>
          </a:solidFill>
          <a:ln/>
        </p:spPr>
      </p:sp>
      <p:sp>
        <p:nvSpPr>
          <p:cNvPr id="12" name="Text 9"/>
          <p:cNvSpPr/>
          <p:nvPr/>
        </p:nvSpPr>
        <p:spPr>
          <a:xfrm>
            <a:off x="422744" y="1164866"/>
            <a:ext cx="2651760" cy="320040"/>
          </a:xfrm>
          <a:prstGeom prst="rect">
            <a:avLst/>
          </a:prstGeom>
          <a:noFill/>
          <a:ln/>
        </p:spPr>
        <p:txBody>
          <a:bodyPr wrap="square" lIns="0" tIns="0" rIns="0" bIns="0" rtlCol="0" anchor="ctr"/>
          <a:lstStyle/>
          <a:p>
            <a:r>
              <a:rPr lang="en-US" sz="1500" b="1">
                <a:solidFill>
                  <a:srgbClr val="1A3A6B"/>
                </a:solidFill>
                <a:latin typeface="Trebuchet MS"/>
              </a:rPr>
              <a:t>Model Comparison</a:t>
            </a:r>
          </a:p>
        </p:txBody>
      </p:sp>
      <p:sp>
        <p:nvSpPr>
          <p:cNvPr id="13" name="Text 10"/>
          <p:cNvSpPr/>
          <p:nvPr/>
        </p:nvSpPr>
        <p:spPr>
          <a:xfrm>
            <a:off x="422744" y="1622066"/>
            <a:ext cx="2651760" cy="2194560"/>
          </a:xfrm>
          <a:prstGeom prst="rect">
            <a:avLst/>
          </a:prstGeom>
          <a:noFill/>
          <a:ln/>
        </p:spPr>
        <p:txBody>
          <a:bodyPr wrap="square" lIns="0" tIns="0" rIns="0" bIns="0" rtlCol="0" anchor="t"/>
          <a:lstStyle/>
          <a:p>
            <a:pPr marL="0" indent="0" algn="l">
              <a:buNone/>
            </a:pPr>
            <a:endParaRPr lang="en-US" sz="1200">
              <a:solidFill>
                <a:srgbClr val="334155"/>
              </a:solidFill>
              <a:ea typeface="Calibri"/>
              <a:cs typeface="Calibri"/>
            </a:endParaRPr>
          </a:p>
        </p:txBody>
      </p:sp>
      <p:pic>
        <p:nvPicPr>
          <p:cNvPr id="16" name="Picture 15" descr="A graph of a key policy findings&#10;&#10;AI-generated content may be incorrect.">
            <a:extLst>
              <a:ext uri="{FF2B5EF4-FFF2-40B4-BE49-F238E27FC236}">
                <a16:creationId xmlns:a16="http://schemas.microsoft.com/office/drawing/2014/main" id="{3989C93A-4667-3FC5-A1E1-770272C7D7F9}"/>
              </a:ext>
            </a:extLst>
          </p:cNvPr>
          <p:cNvPicPr>
            <a:picLocks noChangeAspect="1"/>
          </p:cNvPicPr>
          <p:nvPr/>
        </p:nvPicPr>
        <p:blipFill>
          <a:blip r:embed="rId4"/>
          <a:srcRect t="541" r="65802" b="1538"/>
          <a:stretch>
            <a:fillRect/>
          </a:stretch>
        </p:blipFill>
        <p:spPr>
          <a:xfrm>
            <a:off x="190500" y="2152031"/>
            <a:ext cx="3127038" cy="2552734"/>
          </a:xfrm>
          <a:prstGeom prst="rect">
            <a:avLst/>
          </a:prstGeom>
        </p:spPr>
      </p:pic>
      <p:sp>
        <p:nvSpPr>
          <p:cNvPr id="20" name="TextBox 19">
            <a:extLst>
              <a:ext uri="{FF2B5EF4-FFF2-40B4-BE49-F238E27FC236}">
                <a16:creationId xmlns:a16="http://schemas.microsoft.com/office/drawing/2014/main" id="{5342CEAD-A469-77BD-28C7-FB5FE79B2BC3}"/>
              </a:ext>
            </a:extLst>
          </p:cNvPr>
          <p:cNvSpPr txBox="1"/>
          <p:nvPr/>
        </p:nvSpPr>
        <p:spPr>
          <a:xfrm>
            <a:off x="384216" y="1560901"/>
            <a:ext cx="271835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Trebuchet MS"/>
                <a:ea typeface="Calibri"/>
                <a:cs typeface="Calibri"/>
              </a:rPr>
              <a:t>Logistic Regression</a:t>
            </a:r>
            <a:endParaRPr lang="en-US" sz="1600">
              <a:latin typeface="Trebuchet MS"/>
            </a:endParaRPr>
          </a:p>
          <a:p>
            <a:pPr marL="285750" indent="-285750">
              <a:buFont typeface="Arial"/>
              <a:buChar char="•"/>
            </a:pPr>
            <a:r>
              <a:rPr lang="en-US" sz="1600" err="1">
                <a:latin typeface="Trebuchet MS"/>
                <a:ea typeface="Calibri"/>
                <a:cs typeface="Calibri"/>
              </a:rPr>
              <a:t>XGBoost</a:t>
            </a:r>
          </a:p>
        </p:txBody>
      </p:sp>
      <p:sp>
        <p:nvSpPr>
          <p:cNvPr id="25" name="Shape 7">
            <a:extLst>
              <a:ext uri="{FF2B5EF4-FFF2-40B4-BE49-F238E27FC236}">
                <a16:creationId xmlns:a16="http://schemas.microsoft.com/office/drawing/2014/main" id="{2060089E-99C7-0B19-6CFB-E64B8C0A370F}"/>
              </a:ext>
            </a:extLst>
          </p:cNvPr>
          <p:cNvSpPr/>
          <p:nvPr/>
        </p:nvSpPr>
        <p:spPr>
          <a:xfrm>
            <a:off x="3482339" y="907111"/>
            <a:ext cx="5419807" cy="3796748"/>
          </a:xfrm>
          <a:prstGeom prst="rect">
            <a:avLst/>
          </a:prstGeom>
          <a:solidFill>
            <a:srgbClr val="FFFFFF"/>
          </a:solidFill>
          <a:ln/>
          <a:effectLst>
            <a:outerShdw blurRad="101600" dist="25400" dir="8100000" algn="bl" rotWithShape="0">
              <a:srgbClr val="000000">
                <a:alpha val="10000"/>
              </a:srgbClr>
            </a:outerShdw>
          </a:effectLst>
        </p:spPr>
      </p:sp>
      <p:sp>
        <p:nvSpPr>
          <p:cNvPr id="26" name="Shape 8">
            <a:extLst>
              <a:ext uri="{FF2B5EF4-FFF2-40B4-BE49-F238E27FC236}">
                <a16:creationId xmlns:a16="http://schemas.microsoft.com/office/drawing/2014/main" id="{261D2BBB-79FE-29E3-A8F4-A974C092394E}"/>
              </a:ext>
            </a:extLst>
          </p:cNvPr>
          <p:cNvSpPr/>
          <p:nvPr/>
        </p:nvSpPr>
        <p:spPr>
          <a:xfrm>
            <a:off x="3482339" y="890546"/>
            <a:ext cx="5419807" cy="54864"/>
          </a:xfrm>
          <a:prstGeom prst="rect">
            <a:avLst/>
          </a:prstGeom>
          <a:solidFill>
            <a:srgbClr val="14B8A6"/>
          </a:solidFill>
          <a:ln/>
        </p:spPr>
      </p:sp>
      <p:sp>
        <p:nvSpPr>
          <p:cNvPr id="27" name="Text 9">
            <a:extLst>
              <a:ext uri="{FF2B5EF4-FFF2-40B4-BE49-F238E27FC236}">
                <a16:creationId xmlns:a16="http://schemas.microsoft.com/office/drawing/2014/main" id="{3D28CE26-2519-895F-D8F7-2C580C1085FD}"/>
              </a:ext>
            </a:extLst>
          </p:cNvPr>
          <p:cNvSpPr/>
          <p:nvPr/>
        </p:nvSpPr>
        <p:spPr>
          <a:xfrm>
            <a:off x="3710939" y="1164866"/>
            <a:ext cx="4614738" cy="320040"/>
          </a:xfrm>
          <a:prstGeom prst="rect">
            <a:avLst/>
          </a:prstGeom>
          <a:noFill/>
          <a:ln/>
        </p:spPr>
        <p:txBody>
          <a:bodyPr wrap="square" lIns="0" tIns="0" rIns="0" bIns="0" rtlCol="0" anchor="ctr"/>
          <a:lstStyle/>
          <a:p>
            <a:r>
              <a:rPr lang="en-US" sz="1500" b="1" err="1">
                <a:solidFill>
                  <a:srgbClr val="1A3A6B"/>
                </a:solidFill>
                <a:latin typeface="Trebuchet MS"/>
              </a:rPr>
              <a:t>XGBoost</a:t>
            </a:r>
            <a:r>
              <a:rPr lang="en-US" sz="1500" b="1">
                <a:solidFill>
                  <a:srgbClr val="1A3A6B"/>
                </a:solidFill>
                <a:latin typeface="Trebuchet MS"/>
              </a:rPr>
              <a:t> Results</a:t>
            </a:r>
          </a:p>
        </p:txBody>
      </p:sp>
      <p:sp>
        <p:nvSpPr>
          <p:cNvPr id="28" name="Text 10">
            <a:extLst>
              <a:ext uri="{FF2B5EF4-FFF2-40B4-BE49-F238E27FC236}">
                <a16:creationId xmlns:a16="http://schemas.microsoft.com/office/drawing/2014/main" id="{B3269B07-AABD-9FF2-4FC9-237E13211BD5}"/>
              </a:ext>
            </a:extLst>
          </p:cNvPr>
          <p:cNvSpPr/>
          <p:nvPr/>
        </p:nvSpPr>
        <p:spPr>
          <a:xfrm>
            <a:off x="3710939" y="1622066"/>
            <a:ext cx="4614738" cy="2194560"/>
          </a:xfrm>
          <a:prstGeom prst="rect">
            <a:avLst/>
          </a:prstGeom>
          <a:noFill/>
          <a:ln/>
        </p:spPr>
        <p:txBody>
          <a:bodyPr wrap="square" lIns="0" tIns="0" rIns="0" bIns="0" rtlCol="0" anchor="t"/>
          <a:lstStyle/>
          <a:p>
            <a:pPr marL="0" indent="0" algn="l">
              <a:buNone/>
            </a:pPr>
            <a:endParaRPr lang="en-US" sz="1200">
              <a:solidFill>
                <a:srgbClr val="334155"/>
              </a:solidFill>
              <a:ea typeface="Calibri"/>
              <a:cs typeface="Calibri"/>
            </a:endParaRPr>
          </a:p>
        </p:txBody>
      </p:sp>
      <p:sp>
        <p:nvSpPr>
          <p:cNvPr id="29" name="TextBox 28">
            <a:extLst>
              <a:ext uri="{FF2B5EF4-FFF2-40B4-BE49-F238E27FC236}">
                <a16:creationId xmlns:a16="http://schemas.microsoft.com/office/drawing/2014/main" id="{C9F77B2E-7828-9246-9740-8F469E1EE7BE}"/>
              </a:ext>
            </a:extLst>
          </p:cNvPr>
          <p:cNvSpPr txBox="1"/>
          <p:nvPr/>
        </p:nvSpPr>
        <p:spPr>
          <a:xfrm>
            <a:off x="3838062" y="1519488"/>
            <a:ext cx="455709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rebuchet MS"/>
                <a:ea typeface="Calibri"/>
                <a:cs typeface="Calibri"/>
              </a:rPr>
              <a:t>Model Accuracy: 67%</a:t>
            </a:r>
          </a:p>
        </p:txBody>
      </p:sp>
      <p:pic>
        <p:nvPicPr>
          <p:cNvPr id="30" name="Picture 29">
            <a:extLst>
              <a:ext uri="{FF2B5EF4-FFF2-40B4-BE49-F238E27FC236}">
                <a16:creationId xmlns:a16="http://schemas.microsoft.com/office/drawing/2014/main" id="{C80FF269-8893-794E-1F88-2C307FE4562B}"/>
              </a:ext>
            </a:extLst>
          </p:cNvPr>
          <p:cNvPicPr>
            <a:picLocks noChangeAspect="1"/>
          </p:cNvPicPr>
          <p:nvPr/>
        </p:nvPicPr>
        <p:blipFill>
          <a:blip r:embed="rId5"/>
          <a:stretch>
            <a:fillRect/>
          </a:stretch>
        </p:blipFill>
        <p:spPr>
          <a:xfrm>
            <a:off x="3478696" y="2225224"/>
            <a:ext cx="5491369" cy="24820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Initial Results (cont.)</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6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547437" y="1196240"/>
            <a:ext cx="8229600" cy="3200400"/>
          </a:xfrm>
          <a:prstGeom prst="rect">
            <a:avLst/>
          </a:prstGeom>
          <a:solidFill>
            <a:srgbClr val="FFFFFF"/>
          </a:solidFill>
          <a:ln/>
          <a:effectLst>
            <a:outerShdw blurRad="101600" dist="25400" dir="8100000" algn="bl" rotWithShape="0">
              <a:srgbClr val="000000">
                <a:alpha val="10000"/>
              </a:srgbClr>
            </a:outerShdw>
          </a:effectLst>
        </p:spPr>
      </p:sp>
      <p:sp>
        <p:nvSpPr>
          <p:cNvPr id="9" name="Text 6"/>
          <p:cNvSpPr/>
          <p:nvPr/>
        </p:nvSpPr>
        <p:spPr>
          <a:xfrm>
            <a:off x="731520" y="1417320"/>
            <a:ext cx="7680960" cy="320040"/>
          </a:xfrm>
          <a:prstGeom prst="rect">
            <a:avLst/>
          </a:prstGeom>
          <a:noFill/>
          <a:ln/>
        </p:spPr>
        <p:txBody>
          <a:bodyPr wrap="square" lIns="0" tIns="0" rIns="0" bIns="0" rtlCol="0" anchor="ctr"/>
          <a:lstStyle/>
          <a:p>
            <a:r>
              <a:rPr lang="en-US" sz="1500" b="1">
                <a:solidFill>
                  <a:srgbClr val="1A3A6B"/>
                </a:solidFill>
                <a:latin typeface="Trebuchet MS"/>
              </a:rPr>
              <a:t>Policy Simulation Results</a:t>
            </a:r>
            <a:endParaRPr lang="en-US" sz="1500">
              <a:solidFill>
                <a:srgbClr val="000000"/>
              </a:solidFill>
              <a:latin typeface="Calibri"/>
              <a:ea typeface="Calibri"/>
              <a:cs typeface="Calibri"/>
            </a:endParaRPr>
          </a:p>
        </p:txBody>
      </p:sp>
      <p:sp>
        <p:nvSpPr>
          <p:cNvPr id="10" name="Text 7"/>
          <p:cNvSpPr/>
          <p:nvPr/>
        </p:nvSpPr>
        <p:spPr>
          <a:xfrm>
            <a:off x="5510533" y="1959546"/>
            <a:ext cx="2909467" cy="2221728"/>
          </a:xfrm>
          <a:prstGeom prst="rect">
            <a:avLst/>
          </a:prstGeom>
          <a:noFill/>
          <a:ln/>
        </p:spPr>
        <p:txBody>
          <a:bodyPr wrap="square" lIns="0" tIns="0" rIns="0" bIns="0" rtlCol="0" anchor="ctr"/>
          <a:lstStyle/>
          <a:p>
            <a:pPr marL="285750" indent="-285750" algn="just">
              <a:buFont typeface="Arial"/>
              <a:buChar char="•"/>
            </a:pPr>
            <a:r>
              <a:rPr lang="en-US" sz="1200" b="1">
                <a:ea typeface="+mn-lt"/>
                <a:cs typeface="+mn-lt"/>
              </a:rPr>
              <a:t>Sweet spot at PD 0.15–0.20 -</a:t>
            </a:r>
            <a:r>
              <a:rPr lang="en-US" sz="1200">
                <a:ea typeface="+mn-lt"/>
                <a:cs typeface="+mn-lt"/>
              </a:rPr>
              <a:t> Average expected profit peaks ~$1,250</a:t>
            </a:r>
            <a:endParaRPr lang="en-US" sz="1200">
              <a:ea typeface="Calibri" panose="020F0502020204030204"/>
              <a:cs typeface="Calibri" panose="020F0502020204030204"/>
            </a:endParaRPr>
          </a:p>
          <a:p>
            <a:pPr marL="285750" indent="-285750" algn="just">
              <a:buFont typeface="Arial"/>
              <a:buChar char="•"/>
            </a:pPr>
            <a:r>
              <a:rPr lang="en-US" sz="1200" b="1">
                <a:ea typeface="+mn-lt"/>
                <a:cs typeface="+mn-lt"/>
              </a:rPr>
              <a:t>Low-risk ≠ most profitable</a:t>
            </a:r>
            <a:r>
              <a:rPr lang="en-US" sz="1200">
                <a:ea typeface="+mn-lt"/>
                <a:cs typeface="+mn-lt"/>
              </a:rPr>
              <a:t> - Borrowers with PD &lt; 0.10 generate lower profit (~$1,080) </a:t>
            </a:r>
          </a:p>
          <a:p>
            <a:pPr marL="285750" indent="-285750" algn="just">
              <a:buFont typeface="Arial"/>
              <a:buChar char="•"/>
            </a:pPr>
            <a:r>
              <a:rPr lang="en-US" sz="1200" b="1">
                <a:ea typeface="+mn-lt"/>
                <a:cs typeface="+mn-lt"/>
              </a:rPr>
              <a:t>Optimal cutoff identified at PD ≈ 0.40</a:t>
            </a:r>
            <a:r>
              <a:rPr lang="en-US" sz="1200">
                <a:ea typeface="+mn-lt"/>
                <a:cs typeface="+mn-lt"/>
              </a:rPr>
              <a:t> - Loans above this threshold are net-negative on average, providing a data-driven basis for the loan approval policy.</a:t>
            </a:r>
            <a:endParaRPr lang="en-US" sz="1200">
              <a:ea typeface="Calibri" panose="020F0502020204030204"/>
              <a:cs typeface="Calibri" panose="020F0502020204030204"/>
            </a:endParaRPr>
          </a:p>
        </p:txBody>
      </p:sp>
      <p:pic>
        <p:nvPicPr>
          <p:cNvPr id="11" name="Picture 10" descr="A graph with a line&#10;&#10;AI-generated content may be incorrect.">
            <a:extLst>
              <a:ext uri="{FF2B5EF4-FFF2-40B4-BE49-F238E27FC236}">
                <a16:creationId xmlns:a16="http://schemas.microsoft.com/office/drawing/2014/main" id="{7D61004A-58B1-1EDA-E058-DBD4AB4DFF1D}"/>
              </a:ext>
            </a:extLst>
          </p:cNvPr>
          <p:cNvPicPr>
            <a:picLocks noChangeAspect="1"/>
          </p:cNvPicPr>
          <p:nvPr/>
        </p:nvPicPr>
        <p:blipFill>
          <a:blip r:embed="rId4"/>
          <a:stretch>
            <a:fillRect/>
          </a:stretch>
        </p:blipFill>
        <p:spPr>
          <a:xfrm>
            <a:off x="821678" y="1762335"/>
            <a:ext cx="4476383" cy="25301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Challenges</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7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457200" y="1193522"/>
            <a:ext cx="2606040" cy="3502959"/>
          </a:xfrm>
          <a:prstGeom prst="rect">
            <a:avLst/>
          </a:prstGeom>
          <a:solidFill>
            <a:srgbClr val="FFFFFF"/>
          </a:solidFill>
          <a:ln/>
          <a:effectLst>
            <a:outerShdw blurRad="101600" dist="25400" dir="8100000" algn="bl" rotWithShape="0">
              <a:srgbClr val="000000">
                <a:alpha val="10000"/>
              </a:srgbClr>
            </a:outerShdw>
          </a:effectLst>
        </p:spPr>
      </p:sp>
      <p:sp>
        <p:nvSpPr>
          <p:cNvPr id="9" name="Shape 6"/>
          <p:cNvSpPr/>
          <p:nvPr/>
        </p:nvSpPr>
        <p:spPr>
          <a:xfrm>
            <a:off x="457200" y="1188720"/>
            <a:ext cx="2606040" cy="54864"/>
          </a:xfrm>
          <a:prstGeom prst="rect">
            <a:avLst/>
          </a:prstGeom>
          <a:solidFill>
            <a:srgbClr val="0D7C8F"/>
          </a:solidFill>
          <a:ln/>
        </p:spPr>
      </p:sp>
      <p:sp>
        <p:nvSpPr>
          <p:cNvPr id="10" name="Text 7"/>
          <p:cNvSpPr/>
          <p:nvPr/>
        </p:nvSpPr>
        <p:spPr>
          <a:xfrm>
            <a:off x="640080" y="1306770"/>
            <a:ext cx="2240280" cy="320040"/>
          </a:xfrm>
          <a:prstGeom prst="rect">
            <a:avLst/>
          </a:prstGeom>
          <a:noFill/>
          <a:ln/>
        </p:spPr>
        <p:txBody>
          <a:bodyPr wrap="square" lIns="0" tIns="0" rIns="0" bIns="0" rtlCol="0" anchor="ctr"/>
          <a:lstStyle/>
          <a:p>
            <a:r>
              <a:rPr lang="en-US" sz="1500" b="1">
                <a:solidFill>
                  <a:srgbClr val="1A3A6B"/>
                </a:solidFill>
                <a:latin typeface="Trebuchet MS"/>
              </a:rPr>
              <a:t>Class Imbalance</a:t>
            </a:r>
            <a:endParaRPr lang="en-US"/>
          </a:p>
        </p:txBody>
      </p:sp>
      <p:sp>
        <p:nvSpPr>
          <p:cNvPr id="11" name="Text 8"/>
          <p:cNvSpPr/>
          <p:nvPr/>
        </p:nvSpPr>
        <p:spPr>
          <a:xfrm>
            <a:off x="640080" y="1623417"/>
            <a:ext cx="2240280" cy="274320"/>
          </a:xfrm>
          <a:prstGeom prst="rect">
            <a:avLst/>
          </a:prstGeom>
          <a:noFill/>
          <a:ln/>
        </p:spPr>
        <p:txBody>
          <a:bodyPr wrap="square" lIns="0" tIns="0" rIns="0" bIns="0" rtlCol="0" anchor="ctr"/>
          <a:lstStyle/>
          <a:p>
            <a:r>
              <a:rPr lang="en-US" sz="1100" i="1">
                <a:solidFill>
                  <a:srgbClr val="94A3B8"/>
                </a:solidFill>
                <a:latin typeface="Calibri"/>
                <a:ea typeface="Calibri"/>
                <a:cs typeface="Calibri"/>
              </a:rPr>
              <a:t>[Resolved]</a:t>
            </a:r>
            <a:endParaRPr lang="en-US" sz="1100">
              <a:latin typeface="Calibri"/>
              <a:ea typeface="Calibri"/>
              <a:cs typeface="Calibri"/>
            </a:endParaRPr>
          </a:p>
        </p:txBody>
      </p:sp>
      <p:sp>
        <p:nvSpPr>
          <p:cNvPr id="12" name="Text 9"/>
          <p:cNvSpPr/>
          <p:nvPr/>
        </p:nvSpPr>
        <p:spPr>
          <a:xfrm>
            <a:off x="658615" y="1897034"/>
            <a:ext cx="2230675" cy="1963270"/>
          </a:xfrm>
          <a:prstGeom prst="rect">
            <a:avLst/>
          </a:prstGeom>
          <a:noFill/>
          <a:ln/>
        </p:spPr>
        <p:txBody>
          <a:bodyPr wrap="square" lIns="0" tIns="0" rIns="0" bIns="0" rtlCol="0" anchor="t"/>
          <a:lstStyle/>
          <a:p>
            <a:r>
              <a:rPr lang="en-US" sz="1200">
                <a:solidFill>
                  <a:srgbClr val="334155"/>
                </a:solidFill>
                <a:ea typeface="Calibri"/>
                <a:cs typeface="Calibri"/>
              </a:rPr>
              <a:t>Defaults are a minority class in the Lending Club data. Required class weighting and careful metric selection (F1, ROC-AUC) over accuracy to avoid a model that simply predicts non-defaults.</a:t>
            </a:r>
          </a:p>
        </p:txBody>
      </p:sp>
      <p:sp>
        <p:nvSpPr>
          <p:cNvPr id="13" name="Shape 10"/>
          <p:cNvSpPr/>
          <p:nvPr/>
        </p:nvSpPr>
        <p:spPr>
          <a:xfrm>
            <a:off x="3337560" y="1203127"/>
            <a:ext cx="2606040" cy="3512564"/>
          </a:xfrm>
          <a:prstGeom prst="rect">
            <a:avLst/>
          </a:prstGeom>
          <a:solidFill>
            <a:srgbClr val="FFFFFF"/>
          </a:solidFill>
          <a:ln/>
          <a:effectLst>
            <a:outerShdw blurRad="101600" dist="25400" dir="8100000" algn="bl" rotWithShape="0">
              <a:srgbClr val="000000">
                <a:alpha val="10000"/>
              </a:srgbClr>
            </a:outerShdw>
          </a:effectLst>
        </p:spPr>
      </p:sp>
      <p:sp>
        <p:nvSpPr>
          <p:cNvPr id="14" name="Shape 11"/>
          <p:cNvSpPr/>
          <p:nvPr/>
        </p:nvSpPr>
        <p:spPr>
          <a:xfrm>
            <a:off x="3337560" y="1188720"/>
            <a:ext cx="2606040" cy="54864"/>
          </a:xfrm>
          <a:prstGeom prst="rect">
            <a:avLst/>
          </a:prstGeom>
          <a:solidFill>
            <a:srgbClr val="14B8A6"/>
          </a:solidFill>
          <a:ln/>
        </p:spPr>
      </p:sp>
      <p:sp>
        <p:nvSpPr>
          <p:cNvPr id="15" name="Text 12"/>
          <p:cNvSpPr/>
          <p:nvPr/>
        </p:nvSpPr>
        <p:spPr>
          <a:xfrm>
            <a:off x="3520440" y="1306770"/>
            <a:ext cx="2240280" cy="320040"/>
          </a:xfrm>
          <a:prstGeom prst="rect">
            <a:avLst/>
          </a:prstGeom>
          <a:noFill/>
          <a:ln/>
        </p:spPr>
        <p:txBody>
          <a:bodyPr wrap="square" lIns="0" tIns="0" rIns="0" bIns="0" rtlCol="0" anchor="ctr"/>
          <a:lstStyle/>
          <a:p>
            <a:r>
              <a:rPr lang="en-US" sz="1500" b="1">
                <a:solidFill>
                  <a:srgbClr val="1A3A6B"/>
                </a:solidFill>
                <a:latin typeface="Trebuchet MS"/>
              </a:rPr>
              <a:t>Model Calibration Limits</a:t>
            </a:r>
            <a:endParaRPr lang="en-US"/>
          </a:p>
        </p:txBody>
      </p:sp>
      <p:sp>
        <p:nvSpPr>
          <p:cNvPr id="16" name="Text 13"/>
          <p:cNvSpPr/>
          <p:nvPr/>
        </p:nvSpPr>
        <p:spPr>
          <a:xfrm>
            <a:off x="3520440" y="1623417"/>
            <a:ext cx="2240280" cy="274320"/>
          </a:xfrm>
          <a:prstGeom prst="rect">
            <a:avLst/>
          </a:prstGeom>
          <a:noFill/>
          <a:ln/>
        </p:spPr>
        <p:txBody>
          <a:bodyPr wrap="square" lIns="0" tIns="0" rIns="0" bIns="0" rtlCol="0" anchor="ctr"/>
          <a:lstStyle/>
          <a:p>
            <a:r>
              <a:rPr lang="en-US" sz="1100" i="1">
                <a:solidFill>
                  <a:srgbClr val="94A3B8"/>
                </a:solidFill>
                <a:latin typeface="Calibri"/>
                <a:ea typeface="Calibri"/>
                <a:cs typeface="Calibri"/>
              </a:rPr>
              <a:t>[Addressed]</a:t>
            </a:r>
            <a:endParaRPr lang="en-US" sz="1100">
              <a:latin typeface="Calibri"/>
              <a:ea typeface="Calibri"/>
              <a:cs typeface="Calibri"/>
            </a:endParaRPr>
          </a:p>
        </p:txBody>
      </p:sp>
      <p:sp>
        <p:nvSpPr>
          <p:cNvPr id="17" name="Text 14"/>
          <p:cNvSpPr/>
          <p:nvPr/>
        </p:nvSpPr>
        <p:spPr>
          <a:xfrm>
            <a:off x="3520440" y="1896358"/>
            <a:ext cx="2240280" cy="2481941"/>
          </a:xfrm>
          <a:prstGeom prst="rect">
            <a:avLst/>
          </a:prstGeom>
          <a:noFill/>
          <a:ln/>
        </p:spPr>
        <p:txBody>
          <a:bodyPr wrap="square" lIns="0" tIns="0" rIns="0" bIns="0" rtlCol="0" anchor="t"/>
          <a:lstStyle/>
          <a:p>
            <a:r>
              <a:rPr lang="en-US" sz="1200" dirty="0">
                <a:solidFill>
                  <a:srgbClr val="334155"/>
                </a:solidFill>
                <a:ea typeface="Calibri"/>
                <a:cs typeface="Calibri"/>
              </a:rPr>
              <a:t>Platt scaling and isotonic regression improved probability alignment but yielded only minor gains in overall model performance. We explored several approaches (randomized hyperparameter tuning, addressing </a:t>
            </a:r>
            <a:r>
              <a:rPr lang="en-US" sz="1200" dirty="0">
                <a:solidFill>
                  <a:srgbClr val="334155"/>
                </a:solidFill>
                <a:ea typeface="+mn-lt"/>
                <a:cs typeface="+mn-lt"/>
              </a:rPr>
              <a:t>multicollinearity by</a:t>
            </a:r>
            <a:r>
              <a:rPr lang="en-US" sz="1200" dirty="0">
                <a:solidFill>
                  <a:srgbClr val="334155"/>
                </a:solidFill>
                <a:ea typeface="Calibri"/>
                <a:cs typeface="Calibri"/>
              </a:rPr>
              <a:t> adjusting feature sets, SMOTE, and removing scaling for </a:t>
            </a:r>
            <a:r>
              <a:rPr lang="en-US" sz="1200" dirty="0" err="1">
                <a:solidFill>
                  <a:srgbClr val="334155"/>
                </a:solidFill>
                <a:ea typeface="Calibri"/>
                <a:cs typeface="Calibri"/>
              </a:rPr>
              <a:t>XGBoost</a:t>
            </a:r>
            <a:r>
              <a:rPr lang="en-US" sz="1200" dirty="0">
                <a:solidFill>
                  <a:srgbClr val="334155"/>
                </a:solidFill>
                <a:ea typeface="Calibri"/>
                <a:cs typeface="Calibri"/>
              </a:rPr>
              <a:t>) but none produced significant improvement Financial framework and policy simulation heavily depends on well-calibrated PDs, so this remains an area to watch.</a:t>
            </a:r>
            <a:endParaRPr lang="en-US" dirty="0">
              <a:ea typeface="Calibri" panose="020F0502020204030204"/>
              <a:cs typeface="Calibri" panose="020F0502020204030204"/>
            </a:endParaRPr>
          </a:p>
          <a:p>
            <a:endParaRPr lang="en-US" sz="1050">
              <a:solidFill>
                <a:srgbClr val="334155"/>
              </a:solidFill>
              <a:ea typeface="Calibri"/>
              <a:cs typeface="Calibri"/>
            </a:endParaRPr>
          </a:p>
        </p:txBody>
      </p:sp>
      <p:sp>
        <p:nvSpPr>
          <p:cNvPr id="18" name="Shape 15"/>
          <p:cNvSpPr/>
          <p:nvPr/>
        </p:nvSpPr>
        <p:spPr>
          <a:xfrm>
            <a:off x="6217920" y="1188720"/>
            <a:ext cx="2606040" cy="3507761"/>
          </a:xfrm>
          <a:prstGeom prst="rect">
            <a:avLst/>
          </a:prstGeom>
          <a:solidFill>
            <a:srgbClr val="FFFFFF"/>
          </a:solidFill>
          <a:ln/>
          <a:effectLst>
            <a:outerShdw blurRad="101600" dist="25400" dir="8100000" algn="bl" rotWithShape="0">
              <a:srgbClr val="000000">
                <a:alpha val="10000"/>
              </a:srgbClr>
            </a:outerShdw>
          </a:effectLst>
        </p:spPr>
      </p:sp>
      <p:sp>
        <p:nvSpPr>
          <p:cNvPr id="19" name="Shape 16"/>
          <p:cNvSpPr/>
          <p:nvPr/>
        </p:nvSpPr>
        <p:spPr>
          <a:xfrm>
            <a:off x="6217920" y="1188720"/>
            <a:ext cx="2606040" cy="54864"/>
          </a:xfrm>
          <a:prstGeom prst="rect">
            <a:avLst/>
          </a:prstGeom>
          <a:solidFill>
            <a:srgbClr val="1A3A6B"/>
          </a:solidFill>
          <a:ln/>
        </p:spPr>
      </p:sp>
      <p:sp>
        <p:nvSpPr>
          <p:cNvPr id="20" name="Text 17"/>
          <p:cNvSpPr/>
          <p:nvPr/>
        </p:nvSpPr>
        <p:spPr>
          <a:xfrm>
            <a:off x="6400800" y="1306770"/>
            <a:ext cx="2240280" cy="320040"/>
          </a:xfrm>
          <a:prstGeom prst="rect">
            <a:avLst/>
          </a:prstGeom>
          <a:noFill/>
          <a:ln/>
        </p:spPr>
        <p:txBody>
          <a:bodyPr wrap="square" lIns="0" tIns="0" rIns="0" bIns="0" rtlCol="0" anchor="ctr"/>
          <a:lstStyle/>
          <a:p>
            <a:r>
              <a:rPr lang="en-US" sz="1500" b="1">
                <a:solidFill>
                  <a:srgbClr val="1A3A6B"/>
                </a:solidFill>
                <a:latin typeface="Trebuchet MS"/>
              </a:rPr>
              <a:t>Data Quality</a:t>
            </a:r>
            <a:endParaRPr lang="en-US"/>
          </a:p>
        </p:txBody>
      </p:sp>
      <p:sp>
        <p:nvSpPr>
          <p:cNvPr id="21" name="Text 18"/>
          <p:cNvSpPr/>
          <p:nvPr/>
        </p:nvSpPr>
        <p:spPr>
          <a:xfrm>
            <a:off x="6400800" y="1623417"/>
            <a:ext cx="2240280" cy="274320"/>
          </a:xfrm>
          <a:prstGeom prst="rect">
            <a:avLst/>
          </a:prstGeom>
          <a:noFill/>
          <a:ln/>
        </p:spPr>
        <p:txBody>
          <a:bodyPr wrap="square" lIns="0" tIns="0" rIns="0" bIns="0" rtlCol="0" anchor="ctr"/>
          <a:lstStyle/>
          <a:p>
            <a:r>
              <a:rPr lang="en-US" sz="1100" i="1">
                <a:solidFill>
                  <a:srgbClr val="94A3B8"/>
                </a:solidFill>
                <a:latin typeface="Calibri"/>
                <a:ea typeface="Calibri"/>
                <a:cs typeface="Calibri"/>
              </a:rPr>
              <a:t>[Ongoing]</a:t>
            </a:r>
            <a:endParaRPr lang="en-US" sz="1100">
              <a:latin typeface="Calibri"/>
              <a:ea typeface="Calibri"/>
              <a:cs typeface="Calibri"/>
            </a:endParaRPr>
          </a:p>
        </p:txBody>
      </p:sp>
      <p:sp>
        <p:nvSpPr>
          <p:cNvPr id="22" name="Text 19"/>
          <p:cNvSpPr/>
          <p:nvPr/>
        </p:nvSpPr>
        <p:spPr>
          <a:xfrm>
            <a:off x="6402807" y="1898518"/>
            <a:ext cx="2228234" cy="2164284"/>
          </a:xfrm>
          <a:prstGeom prst="rect">
            <a:avLst/>
          </a:prstGeom>
          <a:noFill/>
          <a:ln/>
        </p:spPr>
        <p:txBody>
          <a:bodyPr wrap="square" lIns="0" tIns="0" rIns="0" bIns="0" rtlCol="0" anchor="t"/>
          <a:lstStyle/>
          <a:p>
            <a:r>
              <a:rPr lang="en-US" sz="1200" dirty="0">
                <a:solidFill>
                  <a:srgbClr val="334155"/>
                </a:solidFill>
                <a:ea typeface="Calibri"/>
                <a:cs typeface="Calibri"/>
              </a:rPr>
              <a:t>Lending Club data contains 145 features with many columns having &gt;30% missing values and potential leakage variables. After cleaning, imputation, and feature engineering, model accuracy did not improve significantly. This could suggest that borrower default behavior is inherently difficult to predict from structured application-time data alone.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D3A"/>
          </a:solidFill>
          <a:ln/>
        </p:spPr>
      </p:sp>
      <p:sp>
        <p:nvSpPr>
          <p:cNvPr id="3" name="Shape 1"/>
          <p:cNvSpPr/>
          <p:nvPr/>
        </p:nvSpPr>
        <p:spPr>
          <a:xfrm>
            <a:off x="548640" y="137160"/>
            <a:ext cx="548640" cy="548640"/>
          </a:xfrm>
          <a:prstGeom prst="ellipse">
            <a:avLst/>
          </a:prstGeom>
          <a:solidFill>
            <a:srgbClr val="0D7C8F"/>
          </a:solidFill>
          <a:ln/>
        </p:spPr>
      </p:sp>
      <p:pic>
        <p:nvPicPr>
          <p:cNvPr id="4" name="Image 0" descr="preencoded.png"/>
          <p:cNvPicPr>
            <a:picLocks noChangeAspect="1"/>
          </p:cNvPicPr>
          <p:nvPr/>
        </p:nvPicPr>
        <p:blipFill>
          <a:blip r:embed="rId3"/>
          <a:stretch>
            <a:fillRect/>
          </a:stretch>
        </p:blipFill>
        <p:spPr>
          <a:xfrm>
            <a:off x="658368" y="246888"/>
            <a:ext cx="329184" cy="329184"/>
          </a:xfrm>
          <a:prstGeom prst="rect">
            <a:avLst/>
          </a:prstGeom>
        </p:spPr>
      </p:pic>
      <p:sp>
        <p:nvSpPr>
          <p:cNvPr id="5" name="Text 2"/>
          <p:cNvSpPr/>
          <p:nvPr/>
        </p:nvSpPr>
        <p:spPr>
          <a:xfrm>
            <a:off x="1371600" y="0"/>
            <a:ext cx="6858000" cy="822960"/>
          </a:xfrm>
          <a:prstGeom prst="rect">
            <a:avLst/>
          </a:prstGeom>
          <a:noFill/>
          <a:ln/>
        </p:spPr>
        <p:txBody>
          <a:bodyPr wrap="square" lIns="0" tIns="0" rIns="0" bIns="0" rtlCol="0" anchor="ctr"/>
          <a:lstStyle/>
          <a:p>
            <a:pPr marL="0" indent="0" algn="l">
              <a:buNone/>
            </a:pPr>
            <a:r>
              <a:rPr lang="en-US" sz="2200" b="1">
                <a:solidFill>
                  <a:srgbClr val="FFFFFF"/>
                </a:solidFill>
                <a:latin typeface="Trebuchet MS" pitchFamily="34" charset="0"/>
                <a:ea typeface="Trebuchet MS" pitchFamily="34" charset="-122"/>
                <a:cs typeface="Trebuchet MS" pitchFamily="34" charset="-120"/>
              </a:rPr>
              <a:t>Plan &amp; Goals</a:t>
            </a:r>
            <a:endParaRPr lang="en-US" sz="2200"/>
          </a:p>
        </p:txBody>
      </p:sp>
      <p:sp>
        <p:nvSpPr>
          <p:cNvPr id="6" name="Text 3"/>
          <p:cNvSpPr/>
          <p:nvPr/>
        </p:nvSpPr>
        <p:spPr>
          <a:xfrm>
            <a:off x="7772400" y="4709160"/>
            <a:ext cx="914400" cy="320040"/>
          </a:xfrm>
          <a:prstGeom prst="rect">
            <a:avLst/>
          </a:prstGeom>
          <a:noFill/>
          <a:ln/>
        </p:spPr>
        <p:txBody>
          <a:bodyPr wrap="square" lIns="0" tIns="0" rIns="0" bIns="0" rtlCol="0" anchor="ctr"/>
          <a:lstStyle/>
          <a:p>
            <a:pPr marL="0" indent="0" algn="r">
              <a:buNone/>
            </a:pPr>
            <a:r>
              <a:rPr lang="en-US" sz="1000">
                <a:solidFill>
                  <a:srgbClr val="94A3B8"/>
                </a:solidFill>
                <a:latin typeface="Calibri" pitchFamily="34" charset="0"/>
                <a:ea typeface="Calibri" pitchFamily="34" charset="-122"/>
                <a:cs typeface="Calibri" pitchFamily="34" charset="-120"/>
              </a:rPr>
              <a:t>8 / 8</a:t>
            </a:r>
            <a:endParaRPr lang="en-US" sz="1000"/>
          </a:p>
        </p:txBody>
      </p:sp>
      <p:sp>
        <p:nvSpPr>
          <p:cNvPr id="7" name="Text 4"/>
          <p:cNvSpPr/>
          <p:nvPr/>
        </p:nvSpPr>
        <p:spPr>
          <a:xfrm>
            <a:off x="457200" y="4709160"/>
            <a:ext cx="3657600" cy="320040"/>
          </a:xfrm>
          <a:prstGeom prst="rect">
            <a:avLst/>
          </a:prstGeom>
          <a:noFill/>
          <a:ln/>
        </p:spPr>
        <p:txBody>
          <a:bodyPr wrap="square" lIns="0" tIns="0" rIns="0" bIns="0" rtlCol="0" anchor="ctr"/>
          <a:lstStyle/>
          <a:p>
            <a:pPr marL="0" indent="0" algn="l">
              <a:buNone/>
            </a:pPr>
            <a:r>
              <a:rPr lang="en-US" sz="1000">
                <a:solidFill>
                  <a:srgbClr val="94A3B8"/>
                </a:solidFill>
                <a:latin typeface="Calibri" pitchFamily="34" charset="0"/>
                <a:ea typeface="Calibri" pitchFamily="34" charset="-122"/>
                <a:cs typeface="Calibri" pitchFamily="34" charset="-120"/>
              </a:rPr>
              <a:t>Loan Optimization — Applied ML</a:t>
            </a:r>
            <a:endParaRPr lang="en-US" sz="1000"/>
          </a:p>
        </p:txBody>
      </p:sp>
      <p:sp>
        <p:nvSpPr>
          <p:cNvPr id="8" name="Shape 5"/>
          <p:cNvSpPr/>
          <p:nvPr/>
        </p:nvSpPr>
        <p:spPr>
          <a:xfrm>
            <a:off x="457200" y="1188720"/>
            <a:ext cx="3840480" cy="3200400"/>
          </a:xfrm>
          <a:prstGeom prst="rect">
            <a:avLst/>
          </a:prstGeom>
          <a:solidFill>
            <a:srgbClr val="FFFFFF"/>
          </a:solidFill>
          <a:ln/>
          <a:effectLst>
            <a:outerShdw blurRad="101600" dist="25400" dir="8100000" algn="bl" rotWithShape="0">
              <a:srgbClr val="000000">
                <a:alpha val="10000"/>
              </a:srgbClr>
            </a:outerShdw>
          </a:effectLst>
        </p:spPr>
      </p:sp>
      <p:sp>
        <p:nvSpPr>
          <p:cNvPr id="9" name="Shape 6"/>
          <p:cNvSpPr/>
          <p:nvPr/>
        </p:nvSpPr>
        <p:spPr>
          <a:xfrm>
            <a:off x="457200" y="1188720"/>
            <a:ext cx="3840480" cy="54864"/>
          </a:xfrm>
          <a:prstGeom prst="rect">
            <a:avLst/>
          </a:prstGeom>
          <a:solidFill>
            <a:srgbClr val="0D7C8F"/>
          </a:solidFill>
          <a:ln/>
        </p:spPr>
      </p:sp>
      <p:sp>
        <p:nvSpPr>
          <p:cNvPr id="10" name="Text 7"/>
          <p:cNvSpPr/>
          <p:nvPr/>
        </p:nvSpPr>
        <p:spPr>
          <a:xfrm>
            <a:off x="731520" y="1463040"/>
            <a:ext cx="3291840" cy="365760"/>
          </a:xfrm>
          <a:prstGeom prst="rect">
            <a:avLst/>
          </a:prstGeom>
          <a:noFill/>
          <a:ln/>
        </p:spPr>
        <p:txBody>
          <a:bodyPr wrap="square" lIns="0" tIns="0" rIns="0" bIns="0" rtlCol="0" anchor="ctr"/>
          <a:lstStyle/>
          <a:p>
            <a:pPr marL="0" indent="0" algn="l">
              <a:buNone/>
            </a:pPr>
            <a:r>
              <a:rPr lang="en-US" sz="1600" b="1">
                <a:solidFill>
                  <a:srgbClr val="1A3A6B"/>
                </a:solidFill>
                <a:latin typeface="Trebuchet MS" pitchFamily="34" charset="0"/>
                <a:ea typeface="Trebuchet MS" pitchFamily="34" charset="-122"/>
                <a:cs typeface="Trebuchet MS" pitchFamily="34" charset="-120"/>
              </a:rPr>
              <a:t>Next Steps</a:t>
            </a:r>
            <a:endParaRPr lang="en-US" sz="1600"/>
          </a:p>
        </p:txBody>
      </p:sp>
      <p:sp>
        <p:nvSpPr>
          <p:cNvPr id="11" name="Text 8"/>
          <p:cNvSpPr/>
          <p:nvPr/>
        </p:nvSpPr>
        <p:spPr>
          <a:xfrm>
            <a:off x="731520" y="2011679"/>
            <a:ext cx="3132689" cy="1744016"/>
          </a:xfrm>
          <a:prstGeom prst="rect">
            <a:avLst/>
          </a:prstGeom>
          <a:noFill/>
          <a:ln/>
        </p:spPr>
        <p:txBody>
          <a:bodyPr wrap="square" lIns="0" tIns="0" rIns="0" bIns="0" rtlCol="0" anchor="t"/>
          <a:lstStyle/>
          <a:p>
            <a:r>
              <a:rPr lang="en-US" sz="1300" b="1">
                <a:solidFill>
                  <a:srgbClr val="334155"/>
                </a:solidFill>
                <a:ea typeface="+mn-lt"/>
                <a:cs typeface="+mn-lt"/>
              </a:rPr>
              <a:t>Train Random Forest with hyperparameter tuning </a:t>
            </a:r>
            <a:endParaRPr lang="en-US">
              <a:solidFill>
                <a:srgbClr val="000000"/>
              </a:solidFill>
              <a:ea typeface="+mn-lt"/>
              <a:cs typeface="+mn-lt"/>
            </a:endParaRPr>
          </a:p>
          <a:p>
            <a:r>
              <a:rPr lang="en-US" sz="1300">
                <a:solidFill>
                  <a:srgbClr val="334155"/>
                </a:solidFill>
                <a:ea typeface="+mn-lt"/>
                <a:cs typeface="+mn-lt"/>
              </a:rPr>
              <a:t>Apply </a:t>
            </a:r>
            <a:r>
              <a:rPr lang="en-US" sz="1300" err="1">
                <a:solidFill>
                  <a:srgbClr val="334155"/>
                </a:solidFill>
                <a:ea typeface="+mn-lt"/>
                <a:cs typeface="+mn-lt"/>
              </a:rPr>
              <a:t>GridSearch</a:t>
            </a:r>
            <a:r>
              <a:rPr lang="en-US" sz="1300">
                <a:solidFill>
                  <a:srgbClr val="334155"/>
                </a:solidFill>
                <a:ea typeface="+mn-lt"/>
                <a:cs typeface="+mn-lt"/>
              </a:rPr>
              <a:t>/</a:t>
            </a:r>
            <a:r>
              <a:rPr lang="en-US" sz="1300" err="1">
                <a:solidFill>
                  <a:srgbClr val="334155"/>
                </a:solidFill>
                <a:ea typeface="+mn-lt"/>
                <a:cs typeface="+mn-lt"/>
              </a:rPr>
              <a:t>RandomizedSearch</a:t>
            </a:r>
            <a:r>
              <a:rPr lang="en-US" sz="1300">
                <a:solidFill>
                  <a:srgbClr val="334155"/>
                </a:solidFill>
                <a:ea typeface="+mn-lt"/>
                <a:cs typeface="+mn-lt"/>
              </a:rPr>
              <a:t> to optimize depth, estimators, and split criteria to extract maximum predictive signal from the  current feature set.</a:t>
            </a:r>
            <a:endParaRPr lang="en-US">
              <a:solidFill>
                <a:srgbClr val="000000"/>
              </a:solidFill>
              <a:ea typeface="Calibri"/>
              <a:cs typeface="Calibri"/>
            </a:endParaRPr>
          </a:p>
          <a:p>
            <a:pPr marL="285750" indent="-285750">
              <a:buFont typeface="Arial"/>
              <a:buChar char="•"/>
            </a:pPr>
            <a:endParaRPr lang="en-US">
              <a:ea typeface="Calibri"/>
              <a:cs typeface="Calibri"/>
            </a:endParaRPr>
          </a:p>
        </p:txBody>
      </p:sp>
      <p:sp>
        <p:nvSpPr>
          <p:cNvPr id="12" name="Shape 9"/>
          <p:cNvSpPr/>
          <p:nvPr/>
        </p:nvSpPr>
        <p:spPr>
          <a:xfrm>
            <a:off x="4846320" y="1188720"/>
            <a:ext cx="3840480" cy="3200400"/>
          </a:xfrm>
          <a:prstGeom prst="rect">
            <a:avLst/>
          </a:prstGeom>
          <a:solidFill>
            <a:srgbClr val="FFFFFF"/>
          </a:solidFill>
          <a:ln/>
          <a:effectLst>
            <a:outerShdw blurRad="101600" dist="25400" dir="8100000" algn="bl" rotWithShape="0">
              <a:srgbClr val="000000">
                <a:alpha val="10000"/>
              </a:srgbClr>
            </a:outerShdw>
          </a:effectLst>
        </p:spPr>
      </p:sp>
      <p:sp>
        <p:nvSpPr>
          <p:cNvPr id="13" name="Shape 10"/>
          <p:cNvSpPr/>
          <p:nvPr/>
        </p:nvSpPr>
        <p:spPr>
          <a:xfrm>
            <a:off x="4846320" y="1188720"/>
            <a:ext cx="3840480" cy="54864"/>
          </a:xfrm>
          <a:prstGeom prst="rect">
            <a:avLst/>
          </a:prstGeom>
          <a:solidFill>
            <a:srgbClr val="14B8A6"/>
          </a:solidFill>
          <a:ln/>
        </p:spPr>
      </p:sp>
      <p:sp>
        <p:nvSpPr>
          <p:cNvPr id="14" name="Text 11"/>
          <p:cNvSpPr/>
          <p:nvPr/>
        </p:nvSpPr>
        <p:spPr>
          <a:xfrm>
            <a:off x="5120640" y="1463040"/>
            <a:ext cx="3291840" cy="365760"/>
          </a:xfrm>
          <a:prstGeom prst="rect">
            <a:avLst/>
          </a:prstGeom>
          <a:noFill/>
          <a:ln/>
        </p:spPr>
        <p:txBody>
          <a:bodyPr wrap="square" lIns="0" tIns="0" rIns="0" bIns="0" rtlCol="0" anchor="ctr"/>
          <a:lstStyle/>
          <a:p>
            <a:pPr marL="0" indent="0" algn="l">
              <a:buNone/>
            </a:pPr>
            <a:r>
              <a:rPr lang="en-US" sz="1600" b="1">
                <a:solidFill>
                  <a:srgbClr val="1A3A6B"/>
                </a:solidFill>
                <a:latin typeface="Trebuchet MS"/>
                <a:ea typeface="Trebuchet MS" pitchFamily="34" charset="-122"/>
                <a:cs typeface="Trebuchet MS" pitchFamily="34" charset="-120"/>
              </a:rPr>
              <a:t>Final Deliverable</a:t>
            </a:r>
            <a:endParaRPr lang="en-US" sz="1600" err="1"/>
          </a:p>
        </p:txBody>
      </p:sp>
      <p:sp>
        <p:nvSpPr>
          <p:cNvPr id="15" name="Text 12"/>
          <p:cNvSpPr/>
          <p:nvPr/>
        </p:nvSpPr>
        <p:spPr>
          <a:xfrm>
            <a:off x="5120640" y="2011680"/>
            <a:ext cx="3291840" cy="2011680"/>
          </a:xfrm>
          <a:prstGeom prst="rect">
            <a:avLst/>
          </a:prstGeom>
          <a:noFill/>
          <a:ln/>
        </p:spPr>
        <p:txBody>
          <a:bodyPr wrap="square" lIns="0" tIns="0" rIns="0" bIns="0" rtlCol="0" anchor="t"/>
          <a:lstStyle/>
          <a:p>
            <a:r>
              <a:rPr lang="en-US" sz="1300" b="1">
                <a:solidFill>
                  <a:srgbClr val="334155"/>
                </a:solidFill>
                <a:latin typeface="Calibri"/>
                <a:ea typeface="Calibri"/>
                <a:cs typeface="Calibri"/>
              </a:rPr>
              <a:t>Push model accuracy as the final</a:t>
            </a:r>
            <a:r>
              <a:rPr lang="en-US" sz="1300" b="1">
                <a:solidFill>
                  <a:srgbClr val="334155"/>
                </a:solidFill>
                <a:ea typeface="+mn-lt"/>
                <a:cs typeface="+mn-lt"/>
              </a:rPr>
              <a:t> deliverable</a:t>
            </a:r>
            <a:r>
              <a:rPr lang="en-US" sz="1300">
                <a:solidFill>
                  <a:srgbClr val="334155"/>
                </a:solidFill>
                <a:ea typeface="+mn-lt"/>
                <a:cs typeface="+mn-lt"/>
              </a:rPr>
              <a:t> </a:t>
            </a:r>
            <a:endParaRPr lang="en-US" sz="1300">
              <a:solidFill>
                <a:srgbClr val="000000"/>
              </a:solidFill>
              <a:ea typeface="+mn-lt"/>
              <a:cs typeface="+mn-lt"/>
            </a:endParaRPr>
          </a:p>
          <a:p>
            <a:r>
              <a:rPr lang="en-US" sz="1300">
                <a:solidFill>
                  <a:srgbClr val="334155"/>
                </a:solidFill>
                <a:ea typeface="+mn-lt"/>
                <a:cs typeface="+mn-lt"/>
              </a:rPr>
              <a:t>Benchmark Random Forest against the current</a:t>
            </a:r>
            <a:r>
              <a:rPr lang="en-US" sz="1300">
                <a:solidFill>
                  <a:srgbClr val="334155"/>
                </a:solidFill>
                <a:latin typeface="Calibri"/>
                <a:ea typeface="Calibri"/>
                <a:cs typeface="Calibri"/>
              </a:rPr>
              <a:t> model and the  highest achievable accuracy, with performance evaluated on held-out test data</a:t>
            </a:r>
            <a:endParaRPr lang="en-US" sz="1300">
              <a:solidFill>
                <a:srgbClr val="000000"/>
              </a:solidFill>
              <a:latin typeface="Calibri"/>
              <a:ea typeface="Calibri"/>
              <a:cs typeface="Calibri"/>
            </a:endParaRPr>
          </a:p>
          <a:p>
            <a:endParaRPr lang="en-US" sz="1300">
              <a:solidFill>
                <a:srgbClr val="000000"/>
              </a:solidFill>
              <a:latin typeface="Calibri"/>
              <a:ea typeface="Calibri"/>
              <a:cs typeface="Calibri"/>
            </a:endParaRPr>
          </a:p>
          <a:p>
            <a:endParaRPr lang="en-US" sz="1300">
              <a:solidFill>
                <a:srgbClr val="334155"/>
              </a:solidFill>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a:extLst>
            <a:ext uri="{FF2B5EF4-FFF2-40B4-BE49-F238E27FC236}">
              <a16:creationId xmlns:a16="http://schemas.microsoft.com/office/drawing/2014/main" id="{DB149F65-CF11-46A0-D21F-D41044A535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EF59DAD-43DE-94D3-BFE0-DC9AFE7D7F83}"/>
              </a:ext>
            </a:extLst>
          </p:cNvPr>
          <p:cNvSpPr/>
          <p:nvPr/>
        </p:nvSpPr>
        <p:spPr>
          <a:xfrm>
            <a:off x="6217920" y="-1097280"/>
            <a:ext cx="4572000" cy="4572000"/>
          </a:xfrm>
          <a:prstGeom prst="ellipse">
            <a:avLst/>
          </a:prstGeom>
          <a:solidFill>
            <a:srgbClr val="0D7C8F">
              <a:alpha val="15000"/>
            </a:srgbClr>
          </a:solidFill>
          <a:ln/>
        </p:spPr>
      </p:sp>
      <p:sp>
        <p:nvSpPr>
          <p:cNvPr id="3" name="Shape 1">
            <a:extLst>
              <a:ext uri="{FF2B5EF4-FFF2-40B4-BE49-F238E27FC236}">
                <a16:creationId xmlns:a16="http://schemas.microsoft.com/office/drawing/2014/main" id="{36B50149-2274-BE87-7672-E56293FB5B07}"/>
              </a:ext>
            </a:extLst>
          </p:cNvPr>
          <p:cNvSpPr/>
          <p:nvPr/>
        </p:nvSpPr>
        <p:spPr>
          <a:xfrm>
            <a:off x="7132320" y="2286000"/>
            <a:ext cx="3200400" cy="3200400"/>
          </a:xfrm>
          <a:prstGeom prst="ellipse">
            <a:avLst/>
          </a:prstGeom>
          <a:solidFill>
            <a:srgbClr val="14B8A6">
              <a:alpha val="10000"/>
            </a:srgbClr>
          </a:solidFill>
          <a:ln/>
        </p:spPr>
      </p:sp>
      <p:sp>
        <p:nvSpPr>
          <p:cNvPr id="4" name="Text 2">
            <a:extLst>
              <a:ext uri="{FF2B5EF4-FFF2-40B4-BE49-F238E27FC236}">
                <a16:creationId xmlns:a16="http://schemas.microsoft.com/office/drawing/2014/main" id="{14F070B6-A3F7-11A8-7534-2759DD41CE7B}"/>
              </a:ext>
            </a:extLst>
          </p:cNvPr>
          <p:cNvSpPr/>
          <p:nvPr/>
        </p:nvSpPr>
        <p:spPr>
          <a:xfrm>
            <a:off x="914579" y="1918990"/>
            <a:ext cx="7315200" cy="731520"/>
          </a:xfrm>
          <a:prstGeom prst="rect">
            <a:avLst/>
          </a:prstGeom>
          <a:noFill/>
          <a:ln/>
        </p:spPr>
        <p:txBody>
          <a:bodyPr wrap="square" lIns="0" tIns="0" rIns="0" bIns="0" rtlCol="0" anchor="ctr"/>
          <a:lstStyle/>
          <a:p>
            <a:pPr algn="ctr"/>
            <a:r>
              <a:rPr lang="en-US" sz="3600" b="1">
                <a:solidFill>
                  <a:srgbClr val="FFFFFF"/>
                </a:solidFill>
                <a:latin typeface="Trebuchet MS"/>
              </a:rPr>
              <a:t>Thank you</a:t>
            </a:r>
            <a:endParaRPr lang="en-US"/>
          </a:p>
        </p:txBody>
      </p:sp>
      <p:sp>
        <p:nvSpPr>
          <p:cNvPr id="5" name="Text 3">
            <a:extLst>
              <a:ext uri="{FF2B5EF4-FFF2-40B4-BE49-F238E27FC236}">
                <a16:creationId xmlns:a16="http://schemas.microsoft.com/office/drawing/2014/main" id="{6287A86C-606F-A0D6-9081-5A918226C78B}"/>
              </a:ext>
            </a:extLst>
          </p:cNvPr>
          <p:cNvSpPr/>
          <p:nvPr/>
        </p:nvSpPr>
        <p:spPr>
          <a:xfrm>
            <a:off x="914579" y="2927331"/>
            <a:ext cx="7315200" cy="548640"/>
          </a:xfrm>
          <a:prstGeom prst="rect">
            <a:avLst/>
          </a:prstGeom>
          <a:noFill/>
          <a:ln/>
        </p:spPr>
        <p:txBody>
          <a:bodyPr wrap="square" lIns="0" tIns="0" rIns="0" bIns="0" rtlCol="0" anchor="ctr"/>
          <a:lstStyle/>
          <a:p>
            <a:pPr marL="0" indent="0" algn="ctr">
              <a:buNone/>
            </a:pPr>
            <a:r>
              <a:rPr lang="en-US" sz="2000">
                <a:solidFill>
                  <a:srgbClr val="14B8A6"/>
                </a:solidFill>
                <a:ea typeface="Calibri"/>
                <a:cs typeface="Calibri"/>
              </a:rPr>
              <a:t>Questions?</a:t>
            </a:r>
          </a:p>
        </p:txBody>
      </p:sp>
    </p:spTree>
    <p:extLst>
      <p:ext uri="{BB962C8B-B14F-4D97-AF65-F5344CB8AC3E}">
        <p14:creationId xmlns:p14="http://schemas.microsoft.com/office/powerpoint/2010/main" val="748171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Default Prediction: A Risk-Adjusted Approach to Loan Optimization</dc:title>
  <dc:subject>PptxGenJS Presentation</dc:subject>
  <dc:creator>Applied ML Team</dc:creator>
  <cp:revision>83</cp:revision>
  <dcterms:created xsi:type="dcterms:W3CDTF">2026-04-25T18:10:36Z</dcterms:created>
  <dcterms:modified xsi:type="dcterms:W3CDTF">2026-04-26T22:47:45Z</dcterms:modified>
</cp:coreProperties>
</file>